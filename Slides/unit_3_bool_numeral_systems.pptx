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408" r:id="rId3"/>
    <p:sldId id="346" r:id="rId4"/>
    <p:sldId id="454" r:id="rId5"/>
    <p:sldId id="455" r:id="rId6"/>
    <p:sldId id="456" r:id="rId7"/>
    <p:sldId id="457" r:id="rId8"/>
    <p:sldId id="458" r:id="rId9"/>
    <p:sldId id="402" r:id="rId10"/>
    <p:sldId id="403" r:id="rId11"/>
    <p:sldId id="459" r:id="rId12"/>
    <p:sldId id="460" r:id="rId13"/>
    <p:sldId id="461" r:id="rId14"/>
    <p:sldId id="453" r:id="rId15"/>
    <p:sldId id="257" r:id="rId16"/>
    <p:sldId id="414" r:id="rId17"/>
    <p:sldId id="307" r:id="rId18"/>
    <p:sldId id="415" r:id="rId19"/>
    <p:sldId id="416" r:id="rId20"/>
    <p:sldId id="418" r:id="rId21"/>
    <p:sldId id="417" r:id="rId22"/>
    <p:sldId id="419" r:id="rId23"/>
    <p:sldId id="420" r:id="rId24"/>
    <p:sldId id="421" r:id="rId25"/>
    <p:sldId id="422" r:id="rId26"/>
    <p:sldId id="423" r:id="rId27"/>
    <p:sldId id="424" r:id="rId28"/>
    <p:sldId id="426" r:id="rId29"/>
    <p:sldId id="425" r:id="rId30"/>
    <p:sldId id="427" r:id="rId31"/>
    <p:sldId id="443" r:id="rId32"/>
    <p:sldId id="445" r:id="rId33"/>
    <p:sldId id="444" r:id="rId34"/>
    <p:sldId id="446" r:id="rId35"/>
    <p:sldId id="447" r:id="rId36"/>
    <p:sldId id="407" r:id="rId37"/>
    <p:sldId id="442" r:id="rId38"/>
    <p:sldId id="428" r:id="rId39"/>
    <p:sldId id="429" r:id="rId40"/>
    <p:sldId id="430" r:id="rId41"/>
    <p:sldId id="448" r:id="rId42"/>
    <p:sldId id="449" r:id="rId43"/>
    <p:sldId id="431" r:id="rId44"/>
    <p:sldId id="432" r:id="rId45"/>
    <p:sldId id="433" r:id="rId46"/>
    <p:sldId id="434" r:id="rId47"/>
    <p:sldId id="435" r:id="rId48"/>
    <p:sldId id="436" r:id="rId49"/>
    <p:sldId id="437" r:id="rId50"/>
    <p:sldId id="441" r:id="rId51"/>
    <p:sldId id="438" r:id="rId52"/>
    <p:sldId id="439" r:id="rId53"/>
    <p:sldId id="451" r:id="rId54"/>
    <p:sldId id="452" r:id="rId55"/>
    <p:sldId id="440" r:id="rId56"/>
  </p:sldIdLst>
  <p:sldSz cx="9144000" cy="6858000" type="screen4x3"/>
  <p:notesSz cx="7099300" cy="10234613"/>
  <p:embeddedFontLst>
    <p:embeddedFont>
      <p:font typeface="Blackadder ITC" pitchFamily="82" charset="77"/>
      <p:regular r:id="rId58"/>
    </p:embeddedFont>
    <p:embeddedFont>
      <p:font typeface="Cambria Math" panose="02040503050406030204" pitchFamily="18" charset="0"/>
      <p:regular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D3242A"/>
    <a:srgbClr val="F8D7CD"/>
    <a:srgbClr val="FCECE8"/>
    <a:srgbClr val="ED7D31"/>
    <a:srgbClr val="E2F0D9"/>
    <a:srgbClr val="DAE3F3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562" autoAdjust="0"/>
  </p:normalViewPr>
  <p:slideViewPr>
    <p:cSldViewPr snapToGrid="0">
      <p:cViewPr>
        <p:scale>
          <a:sx n="146" d="100"/>
          <a:sy n="146" d="100"/>
        </p:scale>
        <p:origin x="2200" y="256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5" Type="http://schemas.openxmlformats.org/officeDocument/2006/relationships/slide" Target="slides/slide4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custSel delSld modSld sldOrd modMainMaster">
      <pc:chgData name="Ingo Frommholz" userId="ee3b4549-206f-4e4f-93a1-b7ff676f0af7" providerId="ADAL" clId="{5F8971C4-3D52-5FAB-A951-9912A46CDBB0}" dt="2026-10-06T20:10:56.925" v="578" actId="1076"/>
      <pc:docMkLst>
        <pc:docMk/>
      </pc:docMkLst>
      <pc:sldChg chg="modSp mod">
        <pc:chgData name="Ingo Frommholz" userId="ee3b4549-206f-4e4f-93a1-b7ff676f0af7" providerId="ADAL" clId="{5F8971C4-3D52-5FAB-A951-9912A46CDBB0}" dt="2026-10-06T20:08:27.464" v="545" actId="1037"/>
        <pc:sldMkLst>
          <pc:docMk/>
          <pc:sldMk cId="0" sldId="256"/>
        </pc:sldMkLst>
        <pc:spChg chg="mod">
          <ac:chgData name="Ingo Frommholz" userId="ee3b4549-206f-4e4f-93a1-b7ff676f0af7" providerId="ADAL" clId="{5F8971C4-3D52-5FAB-A951-9912A46CDBB0}" dt="2026-10-06T20:08:23.036" v="541" actId="20577"/>
          <ac:spMkLst>
            <pc:docMk/>
            <pc:sldMk cId="0" sldId="256"/>
            <ac:spMk id="80" creationId="{00000000-0000-0000-0000-000000000000}"/>
          </ac:spMkLst>
        </pc:spChg>
        <pc:picChg chg="mod">
          <ac:chgData name="Ingo Frommholz" userId="ee3b4549-206f-4e4f-93a1-b7ff676f0af7" providerId="ADAL" clId="{5F8971C4-3D52-5FAB-A951-9912A46CDBB0}" dt="2026-10-06T20:08:27.464" v="545" actId="1037"/>
          <ac:picMkLst>
            <pc:docMk/>
            <pc:sldMk cId="0" sldId="256"/>
            <ac:picMk id="78" creationId="{00000000-0000-0000-0000-000000000000}"/>
          </ac:picMkLst>
        </pc:picChg>
      </pc:sldChg>
      <pc:sldChg chg="modSp mod">
        <pc:chgData name="Ingo Frommholz" userId="ee3b4549-206f-4e4f-93a1-b7ff676f0af7" providerId="ADAL" clId="{5F8971C4-3D52-5FAB-A951-9912A46CDBB0}" dt="2026-10-06T20:08:47.080" v="547" actId="20577"/>
        <pc:sldMkLst>
          <pc:docMk/>
          <pc:sldMk cId="4188527553" sldId="307"/>
        </pc:sldMkLst>
        <pc:spChg chg="mod">
          <ac:chgData name="Ingo Frommholz" userId="ee3b4549-206f-4e4f-93a1-b7ff676f0af7" providerId="ADAL" clId="{5F8971C4-3D52-5FAB-A951-9912A46CDBB0}" dt="2026-10-06T20:08:47.080" v="547" actId="20577"/>
          <ac:spMkLst>
            <pc:docMk/>
            <pc:sldMk cId="4188527553" sldId="307"/>
            <ac:spMk id="3" creationId="{B1AB2DE2-BFB4-403B-9976-58C0812A00AF}"/>
          </ac:spMkLst>
        </pc:spChg>
      </pc:sldChg>
      <pc:sldChg chg="modSp mod">
        <pc:chgData name="Ingo Frommholz" userId="ee3b4549-206f-4e4f-93a1-b7ff676f0af7" providerId="ADAL" clId="{5F8971C4-3D52-5FAB-A951-9912A46CDBB0}" dt="2026-10-06T18:33:44.351" v="225" actId="1035"/>
        <pc:sldMkLst>
          <pc:docMk/>
          <pc:sldMk cId="3655553895" sldId="346"/>
        </pc:sldMkLst>
        <pc:spChg chg="mod">
          <ac:chgData name="Ingo Frommholz" userId="ee3b4549-206f-4e4f-93a1-b7ff676f0af7" providerId="ADAL" clId="{5F8971C4-3D52-5FAB-A951-9912A46CDBB0}" dt="2026-10-06T18:33:44.351" v="225" actId="1035"/>
          <ac:spMkLst>
            <pc:docMk/>
            <pc:sldMk cId="3655553895" sldId="346"/>
            <ac:spMk id="3" creationId="{E91C8A42-093C-4664-A394-225128BADCD0}"/>
          </ac:spMkLst>
        </pc:spChg>
      </pc:sldChg>
      <pc:sldChg chg="modSp mod">
        <pc:chgData name="Ingo Frommholz" userId="ee3b4549-206f-4e4f-93a1-b7ff676f0af7" providerId="ADAL" clId="{5F8971C4-3D52-5FAB-A951-9912A46CDBB0}" dt="2026-10-06T18:32:15.323" v="171" actId="113"/>
        <pc:sldMkLst>
          <pc:docMk/>
          <pc:sldMk cId="622279326" sldId="402"/>
        </pc:sldMkLst>
        <pc:spChg chg="mod">
          <ac:chgData name="Ingo Frommholz" userId="ee3b4549-206f-4e4f-93a1-b7ff676f0af7" providerId="ADAL" clId="{5F8971C4-3D52-5FAB-A951-9912A46CDBB0}" dt="2026-10-06T18:32:15.323" v="171" actId="113"/>
          <ac:spMkLst>
            <pc:docMk/>
            <pc:sldMk cId="622279326" sldId="402"/>
            <ac:spMk id="6" creationId="{CF248BC8-EA91-42A6-ADB8-B879CC744129}"/>
          </ac:spMkLst>
        </pc:spChg>
      </pc:sldChg>
      <pc:sldChg chg="modSp mod">
        <pc:chgData name="Ingo Frommholz" userId="ee3b4549-206f-4e4f-93a1-b7ff676f0af7" providerId="ADAL" clId="{5F8971C4-3D52-5FAB-A951-9912A46CDBB0}" dt="2026-10-06T18:33:39.352" v="223" actId="20577"/>
        <pc:sldMkLst>
          <pc:docMk/>
          <pc:sldMk cId="0" sldId="408"/>
        </pc:sldMkLst>
        <pc:spChg chg="mod">
          <ac:chgData name="Ingo Frommholz" userId="ee3b4549-206f-4e4f-93a1-b7ff676f0af7" providerId="ADAL" clId="{5F8971C4-3D52-5FAB-A951-9912A46CDBB0}" dt="2026-10-06T18:33:39.352" v="223" actId="20577"/>
          <ac:spMkLst>
            <pc:docMk/>
            <pc:sldMk cId="0" sldId="408"/>
            <ac:spMk id="6" creationId="{D7707901-CF88-4DD5-92F9-27B080708D9F}"/>
          </ac:spMkLst>
        </pc:spChg>
      </pc:sldChg>
      <pc:sldChg chg="modSp mod">
        <pc:chgData name="Ingo Frommholz" userId="ee3b4549-206f-4e4f-93a1-b7ff676f0af7" providerId="ADAL" clId="{5F8971C4-3D52-5FAB-A951-9912A46CDBB0}" dt="2026-10-06T18:54:19.405" v="309" actId="20577"/>
        <pc:sldMkLst>
          <pc:docMk/>
          <pc:sldMk cId="1276876483" sldId="414"/>
        </pc:sldMkLst>
        <pc:spChg chg="mod">
          <ac:chgData name="Ingo Frommholz" userId="ee3b4549-206f-4e4f-93a1-b7ff676f0af7" providerId="ADAL" clId="{5F8971C4-3D52-5FAB-A951-9912A46CDBB0}" dt="2026-10-06T18:54:19.405" v="309" actId="20577"/>
          <ac:spMkLst>
            <pc:docMk/>
            <pc:sldMk cId="1276876483" sldId="414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18:55:23.369" v="312" actId="20577"/>
        <pc:sldMkLst>
          <pc:docMk/>
          <pc:sldMk cId="2444799860" sldId="415"/>
        </pc:sldMkLst>
        <pc:spChg chg="mod">
          <ac:chgData name="Ingo Frommholz" userId="ee3b4549-206f-4e4f-93a1-b7ff676f0af7" providerId="ADAL" clId="{5F8971C4-3D52-5FAB-A951-9912A46CDBB0}" dt="2026-10-06T18:55:23.369" v="312" actId="20577"/>
          <ac:spMkLst>
            <pc:docMk/>
            <pc:sldMk cId="2444799860" sldId="415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8:57.241" v="549" actId="20577"/>
        <pc:sldMkLst>
          <pc:docMk/>
          <pc:sldMk cId="3184348845" sldId="416"/>
        </pc:sldMkLst>
        <pc:spChg chg="mod">
          <ac:chgData name="Ingo Frommholz" userId="ee3b4549-206f-4e4f-93a1-b7ff676f0af7" providerId="ADAL" clId="{5F8971C4-3D52-5FAB-A951-9912A46CDBB0}" dt="2026-10-06T20:08:57.241" v="549" actId="20577"/>
          <ac:spMkLst>
            <pc:docMk/>
            <pc:sldMk cId="3184348845" sldId="416"/>
            <ac:spMk id="3" creationId="{B1AB2DE2-BFB4-403B-9976-58C0812A00AF}"/>
          </ac:spMkLst>
        </pc:spChg>
      </pc:sldChg>
      <pc:sldChg chg="ord">
        <pc:chgData name="Ingo Frommholz" userId="ee3b4549-206f-4e4f-93a1-b7ff676f0af7" providerId="ADAL" clId="{5F8971C4-3D52-5FAB-A951-9912A46CDBB0}" dt="2026-10-06T18:58:28.898" v="316" actId="20578"/>
        <pc:sldMkLst>
          <pc:docMk/>
          <pc:sldMk cId="448968038" sldId="417"/>
        </pc:sldMkLst>
      </pc:sldChg>
      <pc:sldChg chg="modSp mod">
        <pc:chgData name="Ingo Frommholz" userId="ee3b4549-206f-4e4f-93a1-b7ff676f0af7" providerId="ADAL" clId="{5F8971C4-3D52-5FAB-A951-9912A46CDBB0}" dt="2026-10-06T18:57:33.690" v="315" actId="20577"/>
        <pc:sldMkLst>
          <pc:docMk/>
          <pc:sldMk cId="461955437" sldId="419"/>
        </pc:sldMkLst>
        <pc:spChg chg="mod">
          <ac:chgData name="Ingo Frommholz" userId="ee3b4549-206f-4e4f-93a1-b7ff676f0af7" providerId="ADAL" clId="{5F8971C4-3D52-5FAB-A951-9912A46CDBB0}" dt="2026-10-06T18:57:33.690" v="315" actId="20577"/>
          <ac:spMkLst>
            <pc:docMk/>
            <pc:sldMk cId="461955437" sldId="419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9:06.011" v="551" actId="20577"/>
        <pc:sldMkLst>
          <pc:docMk/>
          <pc:sldMk cId="614963349" sldId="420"/>
        </pc:sldMkLst>
        <pc:spChg chg="mod">
          <ac:chgData name="Ingo Frommholz" userId="ee3b4549-206f-4e4f-93a1-b7ff676f0af7" providerId="ADAL" clId="{5F8971C4-3D52-5FAB-A951-9912A46CDBB0}" dt="2026-10-06T20:09:06.011" v="551" actId="20577"/>
          <ac:spMkLst>
            <pc:docMk/>
            <pc:sldMk cId="614963349" sldId="420"/>
            <ac:spMk id="3" creationId="{B1AB2DE2-BFB4-403B-9976-58C0812A00AF}"/>
          </ac:spMkLst>
        </pc:spChg>
      </pc:sldChg>
      <pc:sldChg chg="modSp mod">
        <pc:chgData name="Ingo Frommholz" userId="ee3b4549-206f-4e4f-93a1-b7ff676f0af7" providerId="ADAL" clId="{5F8971C4-3D52-5FAB-A951-9912A46CDBB0}" dt="2026-10-06T19:01:01.695" v="392" actId="20577"/>
        <pc:sldMkLst>
          <pc:docMk/>
          <pc:sldMk cId="951559869" sldId="422"/>
        </pc:sldMkLst>
        <pc:spChg chg="mod">
          <ac:chgData name="Ingo Frommholz" userId="ee3b4549-206f-4e4f-93a1-b7ff676f0af7" providerId="ADAL" clId="{5F8971C4-3D52-5FAB-A951-9912A46CDBB0}" dt="2026-10-06T19:01:01.695" v="392" actId="20577"/>
          <ac:spMkLst>
            <pc:docMk/>
            <pc:sldMk cId="951559869" sldId="422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9:13.062" v="553" actId="20577"/>
        <pc:sldMkLst>
          <pc:docMk/>
          <pc:sldMk cId="3671771705" sldId="423"/>
        </pc:sldMkLst>
        <pc:spChg chg="mod">
          <ac:chgData name="Ingo Frommholz" userId="ee3b4549-206f-4e4f-93a1-b7ff676f0af7" providerId="ADAL" clId="{5F8971C4-3D52-5FAB-A951-9912A46CDBB0}" dt="2026-10-06T20:09:13.062" v="553" actId="20577"/>
          <ac:spMkLst>
            <pc:docMk/>
            <pc:sldMk cId="3671771705" sldId="423"/>
            <ac:spMk id="3" creationId="{B1AB2DE2-BFB4-403B-9976-58C0812A00AF}"/>
          </ac:spMkLst>
        </pc:spChg>
      </pc:sldChg>
      <pc:sldChg chg="modSp mod">
        <pc:chgData name="Ingo Frommholz" userId="ee3b4549-206f-4e4f-93a1-b7ff676f0af7" providerId="ADAL" clId="{5F8971C4-3D52-5FAB-A951-9912A46CDBB0}" dt="2026-10-06T19:25:01.303" v="419" actId="113"/>
        <pc:sldMkLst>
          <pc:docMk/>
          <pc:sldMk cId="81059022" sldId="428"/>
        </pc:sldMkLst>
        <pc:spChg chg="mod">
          <ac:chgData name="Ingo Frommholz" userId="ee3b4549-206f-4e4f-93a1-b7ff676f0af7" providerId="ADAL" clId="{5F8971C4-3D52-5FAB-A951-9912A46CDBB0}" dt="2026-10-06T19:25:01.303" v="419" actId="113"/>
          <ac:spMkLst>
            <pc:docMk/>
            <pc:sldMk cId="81059022" sldId="428"/>
            <ac:spMk id="8" creationId="{DDE10D2D-65B9-47C3-8D33-AF8643891CB5}"/>
          </ac:spMkLst>
        </pc:spChg>
      </pc:sldChg>
      <pc:sldChg chg="modSp mod">
        <pc:chgData name="Ingo Frommholz" userId="ee3b4549-206f-4e4f-93a1-b7ff676f0af7" providerId="ADAL" clId="{5F8971C4-3D52-5FAB-A951-9912A46CDBB0}" dt="2026-10-06T19:28:45.581" v="424" actId="20577"/>
        <pc:sldMkLst>
          <pc:docMk/>
          <pc:sldMk cId="725595163" sldId="431"/>
        </pc:sldMkLst>
        <pc:spChg chg="mod">
          <ac:chgData name="Ingo Frommholz" userId="ee3b4549-206f-4e4f-93a1-b7ff676f0af7" providerId="ADAL" clId="{5F8971C4-3D52-5FAB-A951-9912A46CDBB0}" dt="2026-10-06T19:28:45.581" v="424" actId="20577"/>
          <ac:spMkLst>
            <pc:docMk/>
            <pc:sldMk cId="725595163" sldId="431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9:40.377" v="560" actId="20577"/>
        <pc:sldMkLst>
          <pc:docMk/>
          <pc:sldMk cId="986359045" sldId="432"/>
        </pc:sldMkLst>
        <pc:spChg chg="mod">
          <ac:chgData name="Ingo Frommholz" userId="ee3b4549-206f-4e4f-93a1-b7ff676f0af7" providerId="ADAL" clId="{5F8971C4-3D52-5FAB-A951-9912A46CDBB0}" dt="2026-10-06T20:09:40.377" v="560" actId="20577"/>
          <ac:spMkLst>
            <pc:docMk/>
            <pc:sldMk cId="986359045" sldId="432"/>
            <ac:spMk id="6" creationId="{5F70D934-4DB9-4C0E-839D-2E0613AC612D}"/>
          </ac:spMkLst>
        </pc:spChg>
      </pc:sldChg>
      <pc:sldChg chg="modSp mod">
        <pc:chgData name="Ingo Frommholz" userId="ee3b4549-206f-4e4f-93a1-b7ff676f0af7" providerId="ADAL" clId="{5F8971C4-3D52-5FAB-A951-9912A46CDBB0}" dt="2026-10-06T20:09:53.453" v="563" actId="20577"/>
        <pc:sldMkLst>
          <pc:docMk/>
          <pc:sldMk cId="1796555911" sldId="433"/>
        </pc:sldMkLst>
        <pc:spChg chg="mod">
          <ac:chgData name="Ingo Frommholz" userId="ee3b4549-206f-4e4f-93a1-b7ff676f0af7" providerId="ADAL" clId="{5F8971C4-3D52-5FAB-A951-9912A46CDBB0}" dt="2026-10-06T20:09:53.453" v="563" actId="20577"/>
          <ac:spMkLst>
            <pc:docMk/>
            <pc:sldMk cId="1796555911" sldId="433"/>
            <ac:spMk id="6" creationId="{5F70D934-4DB9-4C0E-839D-2E0613AC612D}"/>
          </ac:spMkLst>
        </pc:spChg>
      </pc:sldChg>
      <pc:sldChg chg="modSp mod">
        <pc:chgData name="Ingo Frommholz" userId="ee3b4549-206f-4e4f-93a1-b7ff676f0af7" providerId="ADAL" clId="{5F8971C4-3D52-5FAB-A951-9912A46CDBB0}" dt="2026-10-06T20:10:21.691" v="573" actId="313"/>
        <pc:sldMkLst>
          <pc:docMk/>
          <pc:sldMk cId="2623958041" sldId="434"/>
        </pc:sldMkLst>
        <pc:spChg chg="mod">
          <ac:chgData name="Ingo Frommholz" userId="ee3b4549-206f-4e4f-93a1-b7ff676f0af7" providerId="ADAL" clId="{5F8971C4-3D52-5FAB-A951-9912A46CDBB0}" dt="2026-10-06T20:10:21.691" v="573" actId="313"/>
          <ac:spMkLst>
            <pc:docMk/>
            <pc:sldMk cId="2623958041" sldId="434"/>
            <ac:spMk id="6" creationId="{5F70D934-4DB9-4C0E-839D-2E0613AC612D}"/>
          </ac:spMkLst>
        </pc:spChg>
        <pc:spChg chg="mod">
          <ac:chgData name="Ingo Frommholz" userId="ee3b4549-206f-4e4f-93a1-b7ff676f0af7" providerId="ADAL" clId="{5F8971C4-3D52-5FAB-A951-9912A46CDBB0}" dt="2026-10-06T20:10:11.452" v="564" actId="167"/>
          <ac:spMkLst>
            <pc:docMk/>
            <pc:sldMk cId="2623958041" sldId="434"/>
            <ac:spMk id="8" creationId="{545F52E2-22AE-4E43-81BD-82437FE0B436}"/>
          </ac:spMkLst>
        </pc:spChg>
      </pc:sldChg>
      <pc:sldChg chg="modSp mod">
        <pc:chgData name="Ingo Frommholz" userId="ee3b4549-206f-4e4f-93a1-b7ff676f0af7" providerId="ADAL" clId="{5F8971C4-3D52-5FAB-A951-9912A46CDBB0}" dt="2026-10-06T20:10:56.925" v="578" actId="1076"/>
        <pc:sldMkLst>
          <pc:docMk/>
          <pc:sldMk cId="1487148747" sldId="436"/>
        </pc:sldMkLst>
        <pc:spChg chg="mod">
          <ac:chgData name="Ingo Frommholz" userId="ee3b4549-206f-4e4f-93a1-b7ff676f0af7" providerId="ADAL" clId="{5F8971C4-3D52-5FAB-A951-9912A46CDBB0}" dt="2026-10-06T20:10:56.925" v="578" actId="1076"/>
          <ac:spMkLst>
            <pc:docMk/>
            <pc:sldMk cId="1487148747" sldId="436"/>
            <ac:spMk id="6" creationId="{5F70D934-4DB9-4C0E-839D-2E0613AC612D}"/>
          </ac:spMkLst>
        </pc:spChg>
      </pc:sldChg>
      <pc:sldChg chg="addSp delSp modSp mod">
        <pc:chgData name="Ingo Frommholz" userId="ee3b4549-206f-4e4f-93a1-b7ff676f0af7" providerId="ADAL" clId="{5F8971C4-3D52-5FAB-A951-9912A46CDBB0}" dt="2026-10-06T20:00:05.587" v="522"/>
        <pc:sldMkLst>
          <pc:docMk/>
          <pc:sldMk cId="1819914841" sldId="440"/>
        </pc:sldMkLst>
        <pc:spChg chg="add del mod">
          <ac:chgData name="Ingo Frommholz" userId="ee3b4549-206f-4e4f-93a1-b7ff676f0af7" providerId="ADAL" clId="{5F8971C4-3D52-5FAB-A951-9912A46CDBB0}" dt="2026-10-06T20:00:05.587" v="522"/>
          <ac:spMkLst>
            <pc:docMk/>
            <pc:sldMk cId="1819914841" sldId="440"/>
            <ac:spMk id="2" creationId="{49C35F05-2029-D74D-85CA-6BC96CB8FB61}"/>
          </ac:spMkLst>
        </pc:spChg>
      </pc:sldChg>
      <pc:sldChg chg="modSp">
        <pc:chgData name="Ingo Frommholz" userId="ee3b4549-206f-4e4f-93a1-b7ff676f0af7" providerId="ADAL" clId="{5F8971C4-3D52-5FAB-A951-9912A46CDBB0}" dt="2026-10-06T19:48:55.811" v="519"/>
        <pc:sldMkLst>
          <pc:docMk/>
          <pc:sldMk cId="3661133379" sldId="441"/>
        </pc:sldMkLst>
        <pc:spChg chg="mod">
          <ac:chgData name="Ingo Frommholz" userId="ee3b4549-206f-4e4f-93a1-b7ff676f0af7" providerId="ADAL" clId="{5F8971C4-3D52-5FAB-A951-9912A46CDBB0}" dt="2026-10-06T19:48:55.811" v="519"/>
          <ac:spMkLst>
            <pc:docMk/>
            <pc:sldMk cId="3661133379" sldId="441"/>
            <ac:spMk id="4" creationId="{7CD9B26B-2B7A-4797-B0ED-0A431EC32C5D}"/>
          </ac:spMkLst>
        </pc:spChg>
      </pc:sldChg>
      <pc:sldChg chg="modSp mod">
        <pc:chgData name="Ingo Frommholz" userId="ee3b4549-206f-4e4f-93a1-b7ff676f0af7" providerId="ADAL" clId="{5F8971C4-3D52-5FAB-A951-9912A46CDBB0}" dt="2026-10-06T19:18:05.092" v="408" actId="15"/>
        <pc:sldMkLst>
          <pc:docMk/>
          <pc:sldMk cId="915855450" sldId="443"/>
        </pc:sldMkLst>
        <pc:spChg chg="mod">
          <ac:chgData name="Ingo Frommholz" userId="ee3b4549-206f-4e4f-93a1-b7ff676f0af7" providerId="ADAL" clId="{5F8971C4-3D52-5FAB-A951-9912A46CDBB0}" dt="2026-10-06T19:18:05.092" v="408" actId="15"/>
          <ac:spMkLst>
            <pc:docMk/>
            <pc:sldMk cId="915855450" sldId="443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9:21.734" v="555" actId="20577"/>
        <pc:sldMkLst>
          <pc:docMk/>
          <pc:sldMk cId="1962420675" sldId="444"/>
        </pc:sldMkLst>
        <pc:spChg chg="mod">
          <ac:chgData name="Ingo Frommholz" userId="ee3b4549-206f-4e4f-93a1-b7ff676f0af7" providerId="ADAL" clId="{5F8971C4-3D52-5FAB-A951-9912A46CDBB0}" dt="2026-10-06T20:09:21.734" v="555" actId="20577"/>
          <ac:spMkLst>
            <pc:docMk/>
            <pc:sldMk cId="1962420675" sldId="444"/>
            <ac:spMk id="4" creationId="{440EC64B-D3AF-4B32-8C8F-933D142CA79E}"/>
          </ac:spMkLst>
        </pc:spChg>
      </pc:sldChg>
      <pc:sldChg chg="modSp">
        <pc:chgData name="Ingo Frommholz" userId="ee3b4549-206f-4e4f-93a1-b7ff676f0af7" providerId="ADAL" clId="{5F8971C4-3D52-5FAB-A951-9912A46CDBB0}" dt="2026-10-06T19:19:11.586" v="415" actId="20577"/>
        <pc:sldMkLst>
          <pc:docMk/>
          <pc:sldMk cId="3406909499" sldId="445"/>
        </pc:sldMkLst>
        <pc:spChg chg="mod">
          <ac:chgData name="Ingo Frommholz" userId="ee3b4549-206f-4e4f-93a1-b7ff676f0af7" providerId="ADAL" clId="{5F8971C4-3D52-5FAB-A951-9912A46CDBB0}" dt="2026-10-06T19:19:11.586" v="415" actId="20577"/>
          <ac:spMkLst>
            <pc:docMk/>
            <pc:sldMk cId="3406909499" sldId="445"/>
            <ac:spMk id="87" creationId="{00000000-0000-0000-0000-000000000000}"/>
          </ac:spMkLst>
        </pc:spChg>
      </pc:sldChg>
      <pc:sldChg chg="modSp mod">
        <pc:chgData name="Ingo Frommholz" userId="ee3b4549-206f-4e4f-93a1-b7ff676f0af7" providerId="ADAL" clId="{5F8971C4-3D52-5FAB-A951-9912A46CDBB0}" dt="2026-10-06T20:09:27.781" v="557" actId="20577"/>
        <pc:sldMkLst>
          <pc:docMk/>
          <pc:sldMk cId="3169745290" sldId="446"/>
        </pc:sldMkLst>
        <pc:spChg chg="mod">
          <ac:chgData name="Ingo Frommholz" userId="ee3b4549-206f-4e4f-93a1-b7ff676f0af7" providerId="ADAL" clId="{5F8971C4-3D52-5FAB-A951-9912A46CDBB0}" dt="2026-10-06T20:09:27.781" v="557" actId="20577"/>
          <ac:spMkLst>
            <pc:docMk/>
            <pc:sldMk cId="3169745290" sldId="446"/>
            <ac:spMk id="4" creationId="{440EC64B-D3AF-4B32-8C8F-933D142CA79E}"/>
          </ac:spMkLst>
        </pc:spChg>
      </pc:sldChg>
      <pc:sldChg chg="modSp mod">
        <pc:chgData name="Ingo Frommholz" userId="ee3b4549-206f-4e4f-93a1-b7ff676f0af7" providerId="ADAL" clId="{5F8971C4-3D52-5FAB-A951-9912A46CDBB0}" dt="2026-10-06T18:35:14.894" v="262" actId="20577"/>
        <pc:sldMkLst>
          <pc:docMk/>
          <pc:sldMk cId="1910673618" sldId="454"/>
        </pc:sldMkLst>
        <pc:spChg chg="mod">
          <ac:chgData name="Ingo Frommholz" userId="ee3b4549-206f-4e4f-93a1-b7ff676f0af7" providerId="ADAL" clId="{5F8971C4-3D52-5FAB-A951-9912A46CDBB0}" dt="2026-10-06T18:33:47.995" v="227" actId="20577"/>
          <ac:spMkLst>
            <pc:docMk/>
            <pc:sldMk cId="1910673618" sldId="454"/>
            <ac:spMk id="86" creationId="{00000000-0000-0000-0000-000000000000}"/>
          </ac:spMkLst>
        </pc:spChg>
        <pc:spChg chg="mod">
          <ac:chgData name="Ingo Frommholz" userId="ee3b4549-206f-4e4f-93a1-b7ff676f0af7" providerId="ADAL" clId="{5F8971C4-3D52-5FAB-A951-9912A46CDBB0}" dt="2026-10-06T18:35:14.894" v="262" actId="20577"/>
          <ac:spMkLst>
            <pc:docMk/>
            <pc:sldMk cId="1910673618" sldId="454"/>
            <ac:spMk id="87" creationId="{00000000-0000-0000-0000-000000000000}"/>
          </ac:spMkLst>
        </pc:spChg>
      </pc:sldChg>
      <pc:sldChg chg="modSp">
        <pc:chgData name="Ingo Frommholz" userId="ee3b4549-206f-4e4f-93a1-b7ff676f0af7" providerId="ADAL" clId="{5F8971C4-3D52-5FAB-A951-9912A46CDBB0}" dt="2026-10-06T18:38:04.115" v="306" actId="20577"/>
        <pc:sldMkLst>
          <pc:docMk/>
          <pc:sldMk cId="527327298" sldId="456"/>
        </pc:sldMkLst>
        <pc:spChg chg="mod">
          <ac:chgData name="Ingo Frommholz" userId="ee3b4549-206f-4e4f-93a1-b7ff676f0af7" providerId="ADAL" clId="{5F8971C4-3D52-5FAB-A951-9912A46CDBB0}" dt="2026-10-06T18:38:04.115" v="306" actId="20577"/>
          <ac:spMkLst>
            <pc:docMk/>
            <pc:sldMk cId="527327298" sldId="456"/>
            <ac:spMk id="87" creationId="{00000000-0000-0000-0000-000000000000}"/>
          </ac:spMkLst>
        </pc:spChg>
      </pc:sldChg>
      <pc:sldChg chg="addSp delSp modSp mod">
        <pc:chgData name="Ingo Frommholz" userId="ee3b4549-206f-4e4f-93a1-b7ff676f0af7" providerId="ADAL" clId="{5F8971C4-3D52-5FAB-A951-9912A46CDBB0}" dt="2026-10-06T18:30:44.617" v="170"/>
        <pc:sldMkLst>
          <pc:docMk/>
          <pc:sldMk cId="1614517257" sldId="457"/>
        </pc:sldMkLst>
        <pc:spChg chg="add del mod">
          <ac:chgData name="Ingo Frommholz" userId="ee3b4549-206f-4e4f-93a1-b7ff676f0af7" providerId="ADAL" clId="{5F8971C4-3D52-5FAB-A951-9912A46CDBB0}" dt="2026-10-06T18:30:44.617" v="170"/>
          <ac:spMkLst>
            <pc:docMk/>
            <pc:sldMk cId="1614517257" sldId="457"/>
            <ac:spMk id="2" creationId="{4B4A82EF-D3D0-B755-F4DF-77952E68A9D3}"/>
          </ac:spMkLst>
        </pc:spChg>
        <pc:spChg chg="mod">
          <ac:chgData name="Ingo Frommholz" userId="ee3b4549-206f-4e4f-93a1-b7ff676f0af7" providerId="ADAL" clId="{5F8971C4-3D52-5FAB-A951-9912A46CDBB0}" dt="2026-10-06T18:30:40.221" v="167" actId="113"/>
          <ac:spMkLst>
            <pc:docMk/>
            <pc:sldMk cId="1614517257" sldId="457"/>
            <ac:spMk id="87" creationId="{00000000-0000-0000-0000-000000000000}"/>
          </ac:spMkLst>
        </pc:spChg>
      </pc:sldChg>
      <pc:sldMasterChg chg="modSldLayout">
        <pc:chgData name="Ingo Frommholz" userId="ee3b4549-206f-4e4f-93a1-b7ff676f0af7" providerId="ADAL" clId="{5F8971C4-3D52-5FAB-A951-9912A46CDBB0}" dt="2026-10-06T20:07:38.079" v="535" actId="20577"/>
        <pc:sldMasterMkLst>
          <pc:docMk/>
          <pc:sldMasterMk cId="0" sldId="2147483648"/>
        </pc:sldMasterMkLst>
        <pc:sldLayoutChg chg="modSp mod">
          <pc:chgData name="Ingo Frommholz" userId="ee3b4549-206f-4e4f-93a1-b7ff676f0af7" providerId="ADAL" clId="{5F8971C4-3D52-5FAB-A951-9912A46CDBB0}" dt="2026-10-06T20:07:38.079" v="535" actId="20577"/>
          <pc:sldLayoutMkLst>
            <pc:docMk/>
            <pc:sldMasterMk cId="0" sldId="2147483648"/>
            <pc:sldLayoutMk cId="0" sldId="2147483650"/>
          </pc:sldLayoutMkLst>
          <pc:spChg chg="mod">
            <ac:chgData name="Ingo Frommholz" userId="ee3b4549-206f-4e4f-93a1-b7ff676f0af7" providerId="ADAL" clId="{5F8971C4-3D52-5FAB-A951-9912A46CDBB0}" dt="2026-10-06T20:07:38.079" v="535" actId="20577"/>
            <ac:spMkLst>
              <pc:docMk/>
              <pc:sldMasterMk cId="0" sldId="2147483648"/>
              <pc:sldLayoutMk cId="0" sldId="2147483650"/>
              <ac:spMk id="2" creationId="{EAB9558B-27C5-4CC8-9685-151D67DE772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33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231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1075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220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8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4339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848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991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744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320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12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0190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543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7561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381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303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1151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3880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0758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2746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7889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52776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2368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53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99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5048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7004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8496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93124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5290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6266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907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56880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63062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8301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20843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98422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141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0057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11992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46901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20676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16795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86708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61512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65582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75393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0369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7588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4282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550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        </a:t>
            </a:r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endParaRPr lang="de-A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7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le:Hand_INC.svg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commons.wikimedia.org/wiki/File:Led_light_bulb_-_led_lamp_2.png" TargetMode="Externa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-programmer.info/images/stories/BabBag/hex/hand16.png" TargetMode="External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hyperlink" Target="http://pngimg.com/download/29445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687" y="27759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641379" y="5224779"/>
            <a:ext cx="805625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3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3200" b="0" i="0" u="none" strike="noStrike" cap="none" noProof="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lgebra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Numeral 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3200" b="0" i="0" u="none" strike="noStrike" cap="none" noProof="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ystems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  <a:hlinkClick r:id="rId3" action="ppaction://hlinksldjump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Boolean Algebra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Numeral systems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Conversion between numeral systems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Binary arithmetic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Boolean Algebra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5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Algebra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77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algebra is related to propositional logic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 provides the operations and the rules for working with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0, 1</m:t>
                        </m:r>
                      </m:e>
                    </m:d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three operations from the Boolean algebra that we will use: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Complement denoted with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/>
                    </m:acc>
                  </m:oMath>
                </a14:m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sum (OR) denoted with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product (AND) denoted with </a:t>
                </a:r>
                <a:r>
                  <a:rPr lang="en-US" sz="1800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⋅ </a:t>
                </a: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(can be omitted)</a:t>
                </a:r>
                <a:endParaRPr lang="en-US" sz="1800" noProof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b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Connection to propositional logic </a:t>
                </a: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straightforward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corresponds 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Complement: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e>
                    </m:acc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</m:bar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				(Negation)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Sum:</a:t>
                </a: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b="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;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US" sz="1800" i="1" noProof="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;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 + 1 = 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;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 + 0 = 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(Logical or)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Product:</a:t>
                </a: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 1 = 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;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1 ⋅ 0 = 0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;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 ⋅ 1 = 0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;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0 ⋅ 0 = 0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(Logical and)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773600"/>
              </a:xfrm>
              <a:prstGeom prst="rect">
                <a:avLst/>
              </a:prstGeom>
              <a:blipFill>
                <a:blip r:embed="rId3"/>
                <a:stretch>
                  <a:fillRect l="-154" b="-15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67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algebra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1652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1: 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⋅0+ </m:t>
                    </m:r>
                    <m:bar>
                      <m:barPr>
                        <m:pos m:val="top"/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0+1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AT" sz="18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⋅0+ </m:t>
                      </m:r>
                      <m:bar>
                        <m:barPr>
                          <m:pos m:val="top"/>
                          <m:ctrlP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bar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0+1</m:t>
                          </m:r>
                        </m:e>
                      </m:bar>
                      <m:r>
                        <a:rPr lang="de-AT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=0+ </m:t>
                      </m:r>
                      <m:bar>
                        <m:barPr>
                          <m:pos m:val="top"/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bar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e>
                      </m:bar>
                    </m:oMath>
                  </m:oMathPara>
                </a14:m>
                <a:endParaRPr lang="de-AT" sz="1800" b="0" i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/>
                <a:r>
                  <a:rPr lang="de-AT" sz="18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de-AT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	</m:t>
                    </m:r>
                    <m:r>
                      <a:rPr lang="de-AT" sz="18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=0+</m:t>
                    </m:r>
                    <m:r>
                      <a:rPr lang="de-A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endParaRPr lang="de-AT" sz="1800" b="0" i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/>
                <a:r>
                  <a:rPr lang="de-AT" sz="18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de-AT" sz="18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endParaRPr lang="de-AT" sz="1800" b="0" i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lvl="0"/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1652400"/>
              </a:xfrm>
              <a:prstGeom prst="rect">
                <a:avLst/>
              </a:prstGeom>
              <a:blipFill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48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variables and functions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Variable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called a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variable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it takes values from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de-AT" sz="18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0, 1</m:t>
                        </m:r>
                      </m:e>
                    </m:d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1 ≤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≤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called a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function of degree </a:t>
                </a:r>
                <a14:m>
                  <m:oMath xmlns:m="http://schemas.openxmlformats.org/officeDocument/2006/math">
                    <m:r>
                      <a:rPr lang="de-AT" sz="18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𝒏</m:t>
                    </m:r>
                  </m:oMath>
                </a14:m>
                <a:endParaRPr lang="en-US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Values of Boolean functions are often displayed in tables (similar to truth tables)</a:t>
                </a:r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620000"/>
              </a:xfrm>
              <a:prstGeom prst="rect">
                <a:avLst/>
              </a:prstGeom>
              <a:blipFill>
                <a:blip r:embed="rId3"/>
                <a:stretch>
                  <a:fillRect l="-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660E351E-4DC3-4CBE-88BF-CA80EF0FAF9F}"/>
                  </a:ext>
                </a:extLst>
              </p:cNvPr>
              <p:cNvSpPr txBox="1"/>
              <p:nvPr/>
            </p:nvSpPr>
            <p:spPr>
              <a:xfrm>
                <a:off x="457200" y="3225597"/>
                <a:ext cx="8229600" cy="2750400"/>
              </a:xfrm>
              <a:prstGeom prst="rect">
                <a:avLst/>
              </a:prstGeom>
              <a:solidFill>
                <a:srgbClr val="EDEDED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Representation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Boolean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when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=1, 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 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otherwise.</a:t>
                </a:r>
              </a:p>
              <a:p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660E351E-4DC3-4CBE-88BF-CA80EF0FA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25597"/>
                <a:ext cx="8229600" cy="2750400"/>
              </a:xfrm>
              <a:prstGeom prst="rect">
                <a:avLst/>
              </a:prstGeom>
              <a:blipFill>
                <a:blip r:embed="rId4"/>
                <a:stretch>
                  <a:fillRect l="-593" t="-110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83FB5296-9E47-4282-825D-F2AE2090DA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4903371"/>
                  </p:ext>
                </p:extLst>
              </p:nvPr>
            </p:nvGraphicFramePr>
            <p:xfrm>
              <a:off x="3303830" y="3977265"/>
              <a:ext cx="2299579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245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654381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1022742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de-DE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𝐹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, 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83FB5296-9E47-4282-825D-F2AE2090DA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4903371"/>
                  </p:ext>
                </p:extLst>
              </p:nvPr>
            </p:nvGraphicFramePr>
            <p:xfrm>
              <a:off x="3303830" y="3977265"/>
              <a:ext cx="2299579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245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654381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1022742">
                      <a:extLst>
                        <a:ext uri="{9D8B030D-6E8A-4147-A177-3AD203B41FA5}">
                          <a16:colId xmlns:a16="http://schemas.microsoft.com/office/drawing/2014/main" val="26013806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5"/>
                          <a:stretch>
                            <a:fillRect l="-971" t="-1639" r="-27184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5"/>
                          <a:stretch>
                            <a:fillRect l="-97196" t="-1639" r="-16168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5"/>
                          <a:stretch>
                            <a:fillRect l="-124852" t="-1639" r="-2367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732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expressions and functions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6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using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expressions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Boolean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expressions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made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variables and Boolean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introduce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further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expressions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recursively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follows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0, 1, 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…, 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Boolean expressions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Boolean expressions</a:t>
                </a:r>
              </a:p>
              <a:p>
                <a:pPr marL="1200150" lvl="2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also Boolean expressions</a:t>
                </a:r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620000"/>
              </a:xfrm>
              <a:prstGeom prst="rect">
                <a:avLst/>
              </a:prstGeom>
              <a:blipFill>
                <a:blip r:embed="rId3"/>
                <a:stretch>
                  <a:fillRect l="-154" b="-460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51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algebra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4273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 2: 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Boolean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represented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bar>
                      <m:barPr>
                        <m:pos m:val="top"/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de-DE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4273200"/>
              </a:xfrm>
              <a:prstGeom prst="rect">
                <a:avLst/>
              </a:prstGeom>
              <a:blipFill>
                <a:blip r:embed="rId3"/>
                <a:stretch>
                  <a:fillRect l="-593" t="-71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BD978A9E-5A32-486B-9181-6EDA8B32AD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694577"/>
                  </p:ext>
                </p:extLst>
              </p:nvPr>
            </p:nvGraphicFramePr>
            <p:xfrm>
              <a:off x="2543207" y="2332896"/>
              <a:ext cx="4057586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442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67792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49003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2113978">
                      <a:extLst>
                        <a:ext uri="{9D8B030D-6E8A-4147-A177-3AD203B41FA5}">
                          <a16:colId xmlns:a16="http://schemas.microsoft.com/office/drawing/2014/main" val="19958562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, </m:t>
                                    </m:r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, </m:t>
                                    </m:r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de-A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de-AT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228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02118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368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34421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BD978A9E-5A32-486B-9181-6EDA8B32AD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694577"/>
                  </p:ext>
                </p:extLst>
              </p:nvPr>
            </p:nvGraphicFramePr>
            <p:xfrm>
              <a:off x="2543207" y="2332896"/>
              <a:ext cx="4057586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4426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67792">
                      <a:extLst>
                        <a:ext uri="{9D8B030D-6E8A-4147-A177-3AD203B41FA5}">
                          <a16:colId xmlns:a16="http://schemas.microsoft.com/office/drawing/2014/main" val="1408991516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1161540315"/>
                        </a:ext>
                      </a:extLst>
                    </a:gridCol>
                    <a:gridCol w="49003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3406451982"/>
                        </a:ext>
                      </a:extLst>
                    </a:gridCol>
                    <a:gridCol w="2113978">
                      <a:extLst>
                        <a:ext uri="{9D8B030D-6E8A-4147-A177-3AD203B41FA5}">
                          <a16:colId xmlns:a16="http://schemas.microsoft.com/office/drawing/2014/main" val="19958562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639" r="-1016667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01667" t="-1639" r="-916667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05085" t="-1639" r="-832203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22222" t="-1639" r="-506173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442373" t="-1639" r="-594915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92219" t="-1639" r="-1153" b="-8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1939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7521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228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02118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368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de-AT" sz="18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AT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34421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474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Boolean identities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6900" y="2615968"/>
            <a:ext cx="8229600" cy="3250800"/>
          </a:xfrm>
          <a:prstGeom prst="rect">
            <a:avLst/>
          </a:prstGeom>
          <a:solidFill>
            <a:srgbClr val="EDEDED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832AE00-6D78-4FC1-B5A9-E451B6E83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3965171"/>
                  </p:ext>
                </p:extLst>
              </p:nvPr>
            </p:nvGraphicFramePr>
            <p:xfrm>
              <a:off x="2412894" y="2728800"/>
              <a:ext cx="3955098" cy="308260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6874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586355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Boolean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identities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+0=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⋅1=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31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+1=1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⋅0=0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Domination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4035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⋅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Idempotent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184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</m:e>
                                    </m:bar>
                                  </m:e>
                                </m:ba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Double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Complement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995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3832AE00-6D78-4FC1-B5A9-E451B6E83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3965171"/>
                  </p:ext>
                </p:extLst>
              </p:nvPr>
            </p:nvGraphicFramePr>
            <p:xfrm>
              <a:off x="2412894" y="2728800"/>
              <a:ext cx="3955098" cy="308260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36874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586355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Boolean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identities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4" t="-120952" r="-190667" b="-27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317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4" t="-218868" r="-190667" b="-169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Domination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40356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4" t="-321905" r="-190667" b="-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Idempotent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2184584"/>
                      </a:ext>
                    </a:extLst>
                  </a:tr>
                  <a:tr h="420688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44" t="-642029" r="-190667" b="-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Double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Complement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995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CF248BC8-EA91-42A6-ADB8-B879CC744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Logical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equivalences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propositional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translate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Boolean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algebra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>
                <a:latin typeface="Calibri" panose="020F0502020204030204" pitchFamily="34" charset="0"/>
                <a:cs typeface="Calibri" panose="020F0502020204030204" pitchFamily="34" charset="0"/>
              </a:rPr>
              <a:t>Boolean </a:t>
            </a: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identities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27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	Boolean identities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605600"/>
            <a:ext cx="8229600" cy="3610800"/>
          </a:xfrm>
          <a:prstGeom prst="rect">
            <a:avLst/>
          </a:prstGeom>
          <a:solidFill>
            <a:srgbClr val="EDEDED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64BFD6C8-7A5F-44C3-ACD6-5D8C0B6A76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5763729"/>
                  </p:ext>
                </p:extLst>
              </p:nvPr>
            </p:nvGraphicFramePr>
            <p:xfrm>
              <a:off x="2078617" y="1770380"/>
              <a:ext cx="4986465" cy="33172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757297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Boolean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identities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𝑦𝑥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Commutative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3379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𝑦𝑧</m:t>
                                    </m:r>
                                  </m:e>
                                </m:d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𝑥𝑦</m:t>
                                    </m:r>
                                  </m:e>
                                </m:d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Associative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9912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𝑦𝑧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𝑥𝑧</m:t>
                                </m: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Distributive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917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𝑥𝑦</m:t>
                                    </m:r>
                                  </m:e>
                                </m:ba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</m:ba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ba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</m:ba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Morgan‘s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951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64BFD6C8-7A5F-44C3-ACD6-5D8C0B6A76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5763729"/>
                  </p:ext>
                </p:extLst>
              </p:nvPr>
            </p:nvGraphicFramePr>
            <p:xfrm>
              <a:off x="2078617" y="1770380"/>
              <a:ext cx="4986465" cy="33172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757297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2229168">
                      <a:extLst>
                        <a:ext uri="{9D8B030D-6E8A-4147-A177-3AD203B41FA5}">
                          <a16:colId xmlns:a16="http://schemas.microsoft.com/office/drawing/2014/main" val="65291942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Boolean </a:t>
                          </a:r>
                          <a:r>
                            <a:rPr lang="de-DE" sz="1800" b="1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identities</a:t>
                          </a: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Identity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Name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505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21" t="-120952" r="-81898" b="-3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Commutative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de-DE" sz="1800" b="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33797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21" t="-220952" r="-81898" b="-2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Associative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99128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21" t="-320952" r="-81898" b="-1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Distributive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917385"/>
                      </a:ext>
                    </a:extLst>
                  </a:tr>
                  <a:tr h="65532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21" t="-409259" r="-8189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Morgan‘s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Laws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9518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3239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Boolean algebra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57200" y="1605600"/>
                <a:ext cx="8229600" cy="258532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3: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Boolean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identities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show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that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de-DE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tabLst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</m:t>
                          </m:r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𝑦</m:t>
                          </m:r>
                        </m:e>
                      </m:d>
                      <m:bar>
                        <m:barPr>
                          <m:pos m:val="top"/>
                          <m:ctrlP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barPr>
                        <m:e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𝑥𝑦</m:t>
                          </m:r>
                        </m:e>
                      </m:bar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𝑥</m:t>
                      </m:r>
                      <m:bar>
                        <m:barPr>
                          <m:pos m:val="top"/>
                          <m:ctrlP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barPr>
                        <m:e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𝑦</m:t>
                          </m:r>
                        </m:e>
                      </m:bar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 </m:t>
                      </m:r>
                      <m:bar>
                        <m:barPr>
                          <m:pos m:val="top"/>
                          <m:ctrlP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barPr>
                        <m:e>
                          <m:r>
                            <a:rPr kumimoji="0" lang="de-AT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</m:e>
                      </m:bar>
                      <m:r>
                        <a:rPr kumimoji="0" lang="de-AT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𝑦</m:t>
                      </m:r>
                    </m:oMath>
                  </m:oMathPara>
                </a14:m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𝑥𝑦</m:t>
                        </m:r>
                      </m:e>
                    </m:ba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de-AT" sz="1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ba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de-AT" sz="1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</m:bar>
                      </m:e>
                    </m:d>
                  </m:oMath>
                </a14:m>
                <a:r>
                  <a:rPr lang="de-AT" sz="1800" b="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De Morgan</a:t>
                </a:r>
              </a:p>
              <a:p>
                <a:pPr lvl="0"/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	  </a:t>
                </a:r>
                <a:r>
                  <a:rPr kumimoji="0" lang="de-DE" sz="18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</m:d>
                    <m:bar>
                      <m:barPr>
                        <m:pos m:val="top"/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bar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bar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</m:d>
                    <m:bar>
                      <m:barPr>
                        <m:pos m:val="top"/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barPr>
                      <m:e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</m:bar>
                  </m:oMath>
                </a14:m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		Distributive Law</a:t>
                </a:r>
              </a:p>
              <a:p>
                <a:pPr lvl="0"/>
                <a:r>
                  <a:rPr lang="de-AT" sz="1800" dirty="0">
                    <a:cs typeface="Calibri" panose="020F0502020204030204" pitchFamily="34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</m:oMath>
                </a14:m>
                <a:r>
                  <a:rPr lang="de-AT" sz="1800" dirty="0">
                    <a:cs typeface="Calibri" panose="020F0502020204030204" pitchFamily="34" charset="0"/>
                  </a:rPr>
                  <a:t>		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Distributive Law</a:t>
                </a:r>
              </a:p>
              <a:p>
                <a:pPr lvl="0"/>
                <a:r>
                  <a:rPr lang="de-AT" sz="1800" dirty="0">
                    <a:cs typeface="Calibri" panose="020F0502020204030204" pitchFamily="34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de-AT" sz="1800" dirty="0">
                    <a:cs typeface="Calibri" panose="020F0502020204030204" pitchFamily="34" charset="0"/>
                  </a:rPr>
                  <a:t>		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Contradiction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AT" sz="1800" dirty="0">
                    <a:cs typeface="Calibri" panose="020F0502020204030204" pitchFamily="34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</m:oMath>
                </a14:m>
                <a:endParaRPr lang="de-AT" sz="1800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5600"/>
                <a:ext cx="8229600" cy="2585323"/>
              </a:xfrm>
              <a:prstGeom prst="rect">
                <a:avLst/>
              </a:prstGeom>
              <a:blipFill>
                <a:blip r:embed="rId3"/>
                <a:stretch>
                  <a:fillRect l="-617" t="-980" b="-490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71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58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461938" y="1605600"/>
                <a:ext cx="8229600" cy="3970318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1: 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 Boolean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operator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⊕,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ca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lled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XOR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operator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(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logical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exclusive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defined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1</a:t>
                </a:r>
                <a:r>
                  <a:rPr lang="de-DE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⊕ 1 = 0, 1 ⊕ 0 = 1, 0 ⊕ 1 = 1, and 0 ⊕ 0 = 0.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Simplify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following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expressions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m:rPr>
                        <m:nor/>
                      </m:rPr>
                      <a:rPr kumimoji="0" lang="de-AT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0</m:t>
                    </m:r>
                  </m:oMath>
                </a14:m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m:rPr>
                        <m:nor/>
                      </m:rPr>
                      <a:rPr lang="de-AT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m:rPr>
                        <m:nor/>
                      </m:rPr>
                      <a:rPr lang="de-AT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1</m:t>
                    </m: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m:rPr>
                        <m:nor/>
                      </m:rPr>
                      <a:rPr lang="de-AT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m:rPr>
                        <m:nor/>
                      </m:rPr>
                      <a:rPr lang="de-AT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</m:oMath>
                </a14:m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Show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that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following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identity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holds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m:rPr>
                        <m:nor/>
                      </m:rPr>
                      <a:rPr lang="de-AT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𝑥𝑦</m:t>
                        </m:r>
                      </m:e>
                    </m:bar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</a:t>
                </a:r>
              </a:p>
              <a:p>
                <a:pPr>
                  <a:defRPr/>
                </a:pP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Recollect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that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</a:p>
              <a:p>
                <a:pPr algn="ctr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𝑥𝑦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>
                  <a:defRPr/>
                </a:pP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m:rPr>
                        <m:nor/>
                      </m:rPr>
                      <a:rPr lang="de-AT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DE" sz="1800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bar>
                      <m:barPr>
                        <m:pos m:val="top"/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ar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ba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3970318"/>
              </a:xfrm>
              <a:prstGeom prst="rect">
                <a:avLst/>
              </a:prstGeom>
              <a:blipFill>
                <a:blip r:embed="rId3"/>
                <a:stretch>
                  <a:fillRect l="-667" t="-1074" b="-138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Numeral systems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59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Numeral systems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28103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Decimal system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Binary system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Octal system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Hexadecimal system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cs typeface="Calibri" panose="020F0502020204030204" pitchFamily="34" charset="0"/>
              </a:rPr>
              <a:t>Arbitrary system</a:t>
            </a:r>
          </a:p>
          <a:p>
            <a:pPr marL="457200" lvl="1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6B3EB8-3BC3-434D-AFF9-932F7D8C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64551" y="3111718"/>
            <a:ext cx="806760" cy="781380"/>
          </a:xfrm>
          <a:prstGeom prst="rect">
            <a:avLst/>
          </a:prstGeom>
          <a:ln w="0">
            <a:noFill/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D0ED208-1772-4F80-8B24-2BA6E2256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97992" y="564447"/>
            <a:ext cx="1250370" cy="1111050"/>
          </a:xfrm>
          <a:prstGeom prst="rect">
            <a:avLst/>
          </a:prstGeom>
          <a:ln w="0"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77B2E33-64A1-4F7A-AF1F-B82973E61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43300" y="4123603"/>
            <a:ext cx="2057400" cy="862110"/>
          </a:xfrm>
          <a:prstGeom prst="rect">
            <a:avLst/>
          </a:prstGeom>
          <a:ln w="0"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FD823FD-493D-486B-8B6A-FD5BF692F562}"/>
              </a:ext>
            </a:extLst>
          </p:cNvPr>
          <p:cNvSpPr txBox="1">
            <a:spLocks noChangeAspect="1"/>
          </p:cNvSpPr>
          <p:nvPr/>
        </p:nvSpPr>
        <p:spPr>
          <a:xfrm>
            <a:off x="2857399" y="4985713"/>
            <a:ext cx="4694876" cy="259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https://www.i-programmer.info/images/stories/BabBag/hex/hand16.png</a:t>
            </a:r>
            <a:endParaRPr lang="en-US" sz="10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B5F2335-C9C5-4A08-A17D-E1AA37F39B80}"/>
              </a:ext>
            </a:extLst>
          </p:cNvPr>
          <p:cNvSpPr txBox="1">
            <a:spLocks noChangeAspect="1"/>
          </p:cNvSpPr>
          <p:nvPr/>
        </p:nvSpPr>
        <p:spPr>
          <a:xfrm>
            <a:off x="2790940" y="2823130"/>
            <a:ext cx="4410459" cy="2143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https://commons.wikimedia.org/wiki/File:Led_light_bulb_-_led_lamp_2.png</a:t>
            </a:r>
            <a:endParaRPr lang="en-US" sz="10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12115E8-07D6-41DC-AF7A-4C67034456BF}"/>
              </a:ext>
            </a:extLst>
          </p:cNvPr>
          <p:cNvSpPr txBox="1">
            <a:spLocks noChangeAspect="1"/>
          </p:cNvSpPr>
          <p:nvPr/>
        </p:nvSpPr>
        <p:spPr>
          <a:xfrm>
            <a:off x="3271849" y="1729087"/>
            <a:ext cx="2853990" cy="2337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https://en.wikipedia.org/wiki/File:Hand_INC.svg</a:t>
            </a:r>
            <a:endParaRPr lang="en-US" sz="10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04FF4D-A6AA-4720-B2B2-2D21D82DE7E5}"/>
              </a:ext>
            </a:extLst>
          </p:cNvPr>
          <p:cNvSpPr txBox="1">
            <a:spLocks noChangeAspect="1"/>
          </p:cNvSpPr>
          <p:nvPr/>
        </p:nvSpPr>
        <p:spPr>
          <a:xfrm>
            <a:off x="3479921" y="3925480"/>
            <a:ext cx="2683577" cy="28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000" b="0" strike="noStrike" spc="-1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http://pngimg.com/download/29445</a:t>
            </a:r>
            <a:endParaRPr lang="en-US" sz="10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D237773-868A-406A-99E7-005784B908CF}"/>
              </a:ext>
            </a:extLst>
          </p:cNvPr>
          <p:cNvSpPr txBox="1">
            <a:spLocks noChangeAspect="1"/>
          </p:cNvSpPr>
          <p:nvPr/>
        </p:nvSpPr>
        <p:spPr>
          <a:xfrm>
            <a:off x="4160302" y="5316850"/>
            <a:ext cx="680670" cy="9193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8000" b="1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?</a:t>
            </a:r>
            <a:endParaRPr lang="en-US" sz="80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44A044E-DC09-4DAE-A693-52BC89DD3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439834" y="548819"/>
            <a:ext cx="1259010" cy="1118610"/>
          </a:xfrm>
          <a:prstGeom prst="rect">
            <a:avLst/>
          </a:prstGeom>
          <a:ln w="0">
            <a:noFill/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ADC6441-7A7A-4C36-AA2A-96D1B027A4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3702274" y="3111718"/>
            <a:ext cx="811620" cy="785970"/>
          </a:xfrm>
          <a:prstGeom prst="rect">
            <a:avLst/>
          </a:prstGeom>
          <a:ln w="0">
            <a:noFill/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5C12E4C-8655-4824-84FC-4A2BCA3962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147830" y="1959608"/>
            <a:ext cx="848340" cy="8483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Decimal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956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Base 10, digits: 0 to 9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 system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Every position (index) has a single digit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at a given index </a:t>
                </a:r>
                <a:r>
                  <a:rPr lang="en-US" sz="1800" i="1" noProof="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sSup>
                      <m:sSup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1800" i="1" noProof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Resulting number: sum of all position values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/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1956660"/>
              </a:xfrm>
              <a:prstGeom prst="rect">
                <a:avLst/>
              </a:prstGeom>
              <a:blipFill>
                <a:blip r:embed="rId3"/>
                <a:stretch>
                  <a:fillRect l="-154" b="-19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876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Decimal system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605600"/>
            <a:ext cx="8229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Numbers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5208702"/>
                  </p:ext>
                </p:extLst>
              </p:nvPr>
            </p:nvGraphicFramePr>
            <p:xfrm>
              <a:off x="526415" y="2054191"/>
              <a:ext cx="816038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3055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Number</a:t>
                          </a:r>
                          <a:endParaRPr lang="de-AT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1313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842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3	1	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8	4	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i="0" baseline="0" noProof="0" dirty="0">
                              <a:latin typeface="+mn-lt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3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8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4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1000           300             10               3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800              40               2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5208702"/>
                  </p:ext>
                </p:extLst>
              </p:nvPr>
            </p:nvGraphicFramePr>
            <p:xfrm>
              <a:off x="526415" y="2054191"/>
              <a:ext cx="816038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313055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Number</a:t>
                          </a:r>
                          <a:endParaRPr lang="de-AT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1313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842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602" t="-206452" r="-709639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3	1	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8	4	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5341" t="-311475" r="-7875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60700" t="-311475" r="-97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1000           300             10               3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800              40               2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5858684"/>
                  </p:ext>
                </p:extLst>
              </p:nvPr>
            </p:nvGraphicFramePr>
            <p:xfrm>
              <a:off x="1830905" y="4092495"/>
              <a:ext cx="5970778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495922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Number</a:t>
                          </a:r>
                          <a:endParaRPr lang="de-AT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12345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2	3	4	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i="0" baseline="0" noProof="0" dirty="0">
                              <a:latin typeface="+mn-lt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de-AT" sz="1800" b="0" i="0" baseline="0" noProof="0" dirty="0">
                              <a:latin typeface="+mn-lt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baseline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3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10000          2000       300             40                5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5858684"/>
                  </p:ext>
                </p:extLst>
              </p:nvPr>
            </p:nvGraphicFramePr>
            <p:xfrm>
              <a:off x="1830905" y="4092495"/>
              <a:ext cx="5970778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4959223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Number</a:t>
                          </a:r>
                          <a:endParaRPr lang="de-AT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12345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AT"/>
                        </a:p>
                      </a:txBody>
                      <a:tcPr>
                        <a:blipFill>
                          <a:blip r:embed="rId4"/>
                          <a:stretch>
                            <a:fillRect l="-1250" t="-210345" r="-491250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2	3	4	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T"/>
                        </a:p>
                      </a:txBody>
                      <a:tcPr>
                        <a:blipFill>
                          <a:blip r:embed="rId4"/>
                          <a:stretch>
                            <a:fillRect l="-20716" t="-300000" r="-512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10000          2000       300             40                5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852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Binary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329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Base 2, digits: 0 and 1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False and True, switch off and on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 system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Every position (index) has a single digit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at a given index </a:t>
                </a:r>
                <a:r>
                  <a:rPr lang="en-US" sz="1800" i="1" noProof="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sSup>
                      <m:sSup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1800" i="1" noProof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Resulting number: sum of all position values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/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329354"/>
              </a:xfrm>
              <a:prstGeom prst="rect">
                <a:avLst/>
              </a:prstGeom>
              <a:blipFill>
                <a:blip r:embed="rId3"/>
                <a:stretch>
                  <a:fillRect l="-154" b="-1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79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Binary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245903"/>
            <a:ext cx="8229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5: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system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5370765"/>
                  </p:ext>
                </p:extLst>
              </p:nvPr>
            </p:nvGraphicFramePr>
            <p:xfrm>
              <a:off x="972842" y="1637407"/>
              <a:ext cx="7290499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1101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1	1	0	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1⋅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 2                1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8               4               0                1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5370765"/>
                  </p:ext>
                </p:extLst>
              </p:nvPr>
            </p:nvGraphicFramePr>
            <p:xfrm>
              <a:off x="972842" y="1637407"/>
              <a:ext cx="7290499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1101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602" t="-209836" r="-62349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1	1	0	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5013" t="-309836" r="-17897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81515" t="-309836" r="-606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 2                1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8               4               0                1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993033"/>
                  </p:ext>
                </p:extLst>
              </p:nvPr>
            </p:nvGraphicFramePr>
            <p:xfrm>
              <a:off x="199326" y="4010255"/>
              <a:ext cx="8687435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7675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11110010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7	6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	1	1	0	0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   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0⋅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128              64             32            16                0               0                2               0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993033"/>
                  </p:ext>
                </p:extLst>
              </p:nvPr>
            </p:nvGraphicFramePr>
            <p:xfrm>
              <a:off x="199326" y="4010255"/>
              <a:ext cx="8687435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7675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Binary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11110010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7	6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602" t="-209836" r="-76144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	1	1	0	0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3254" t="-309836" r="-317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128              64             32            16                0               0                2               0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4348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Counting in powers of two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A9D1ECA7-9DD3-48DF-ABF1-C6302586C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32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/>
          </a:p>
        </p:txBody>
      </p:sp>
      <p:sp>
        <p:nvSpPr>
          <p:cNvPr id="4" name="Google Shape;87;p2">
            <a:extLst>
              <a:ext uri="{FF2B5EF4-FFF2-40B4-BE49-F238E27FC236}">
                <a16:creationId xmlns:a16="http://schemas.microsoft.com/office/drawing/2014/main" id="{99E311E2-79B3-4F72-942A-420BDC06C41E}"/>
              </a:ext>
            </a:extLst>
          </p:cNvPr>
          <p:cNvSpPr txBox="1">
            <a:spLocks/>
          </p:cNvSpPr>
          <p:nvPr/>
        </p:nvSpPr>
        <p:spPr>
          <a:xfrm>
            <a:off x="609600" y="1758000"/>
            <a:ext cx="8229600" cy="232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Important concept: counting in powers of two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Collection of 8 positions (0 - 7): 1 Byte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69380552-B2CF-4E52-844C-FC793AB3A3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8758714"/>
                  </p:ext>
                </p:extLst>
              </p:nvPr>
            </p:nvGraphicFramePr>
            <p:xfrm>
              <a:off x="926782" y="2501900"/>
              <a:ext cx="729043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401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50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9         8         7        6         5         4         3         2        1         0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Power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of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8       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       2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AT" sz="1800" b="0" i="1" baseline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512    256    128      64       32       16       8         4        2         1</m:t>
                              </m:r>
                            </m:oMath>
                          </a14:m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Example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1         1        0          1        0         1         1         1        0         1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= 861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69380552-B2CF-4E52-844C-FC793AB3A3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8758714"/>
                  </p:ext>
                </p:extLst>
              </p:nvPr>
            </p:nvGraphicFramePr>
            <p:xfrm>
              <a:off x="926782" y="2501900"/>
              <a:ext cx="7290435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401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50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9         8         7        6         5         4         3         2        1         0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Power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of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0645" t="-111475" r="-50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0645" t="-211475" r="-50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Example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1         1        0          1        0         1         1         1        0         1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= 861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7744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Counting in powers of two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Google Shape;87;p2">
            <a:extLst>
              <a:ext uri="{FF2B5EF4-FFF2-40B4-BE49-F238E27FC236}">
                <a16:creationId xmlns:a16="http://schemas.microsoft.com/office/drawing/2014/main" id="{A9D1ECA7-9DD3-48DF-ABF1-C6302586C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32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C42DA27-BD48-4053-88EE-2CF20CB48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85" y="1161635"/>
            <a:ext cx="6427517" cy="484730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3A664F6-0633-4C78-BE21-ACD5563BCB98}"/>
              </a:ext>
            </a:extLst>
          </p:cNvPr>
          <p:cNvSpPr txBox="1"/>
          <p:nvPr/>
        </p:nvSpPr>
        <p:spPr>
          <a:xfrm>
            <a:off x="3436584" y="6012557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Source: slideplayer.com</a:t>
            </a:r>
          </a:p>
        </p:txBody>
      </p:sp>
    </p:spTree>
    <p:extLst>
      <p:ext uri="{BB962C8B-B14F-4D97-AF65-F5344CB8AC3E}">
        <p14:creationId xmlns:p14="http://schemas.microsoft.com/office/powerpoint/2010/main" val="448968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Octa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030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Base 8, digits: 0 to 7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 system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Every position (index) has a single digit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at a given index </a:t>
                </a:r>
                <a:r>
                  <a:rPr lang="en-US" sz="1800" i="1" noProof="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sSup>
                      <m:sSup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8</m:t>
                        </m:r>
                      </m:e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1800" i="1" noProof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Resulting number: sum of all position values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/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030332"/>
              </a:xfrm>
              <a:prstGeom prst="rect">
                <a:avLst/>
              </a:prstGeom>
              <a:blipFill>
                <a:blip r:embed="rId3"/>
                <a:stretch>
                  <a:fillRect l="-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95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Octal system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245903"/>
            <a:ext cx="8229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6: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octal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system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296359"/>
                  </p:ext>
                </p:extLst>
              </p:nvPr>
            </p:nvGraphicFramePr>
            <p:xfrm>
              <a:off x="972842" y="1637407"/>
              <a:ext cx="7290499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Octal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7650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7	6	5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7⋅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6⋅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 8                6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3584           384             40                0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296359"/>
                  </p:ext>
                </p:extLst>
              </p:nvPr>
            </p:nvGraphicFramePr>
            <p:xfrm>
              <a:off x="972842" y="1637407"/>
              <a:ext cx="7290499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018280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Octal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7650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602" t="-209836" r="-62349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7	6	5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5013" t="-309836" r="-17897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81515" t="-309836" r="-606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 8                6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3584           384             40                0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4008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6369823"/>
                  </p:ext>
                </p:extLst>
              </p:nvPr>
            </p:nvGraphicFramePr>
            <p:xfrm>
              <a:off x="199326" y="4010255"/>
              <a:ext cx="8687435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7675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Octal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1230321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6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2	3	0	3	2	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</m:t>
                                </m:r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3⋅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3⋅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262144      65536      12288               0           192             16               1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340177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6369823"/>
                  </p:ext>
                </p:extLst>
              </p:nvPr>
            </p:nvGraphicFramePr>
            <p:xfrm>
              <a:off x="199326" y="4010255"/>
              <a:ext cx="8687435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115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76758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Octal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1230321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6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602" t="-209836" r="-76144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2	3	0	3	2	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3254" t="-309836" r="-317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262144      65536      12288               0           192             16               1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340177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4963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Octa</a:t>
            </a: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098563"/>
                <a:ext cx="8229600" cy="4023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Octal system is a readable representation of the binary system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8=2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ence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can group three digits from a binary number into a single octal digit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98563"/>
                <a:ext cx="8229600" cy="4023810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61986E8-FBFF-4BE6-A854-3C44D57AC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289269"/>
              </p:ext>
            </p:extLst>
          </p:nvPr>
        </p:nvGraphicFramePr>
        <p:xfrm>
          <a:off x="1508839" y="2314986"/>
          <a:ext cx="544480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4568">
                  <a:extLst>
                    <a:ext uri="{9D8B030D-6E8A-4147-A177-3AD203B41FA5}">
                      <a16:colId xmlns:a16="http://schemas.microsoft.com/office/drawing/2014/main" val="3696566426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842836235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2443480">
                  <a:extLst>
                    <a:ext uri="{9D8B030D-6E8A-4147-A177-3AD203B41FA5}">
                      <a16:colId xmlns:a16="http://schemas.microsoft.com/office/drawing/2014/main" val="3550977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1101</a:t>
                      </a:r>
                      <a:endParaRPr lang="de-AT" sz="1800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11110010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Groups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	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	110	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Value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	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3	  6	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Octal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0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de-AT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Decimal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539815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5C15718-0FC1-4AD6-87A1-B10DA23C2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251876"/>
              </p:ext>
            </p:extLst>
          </p:nvPr>
        </p:nvGraphicFramePr>
        <p:xfrm>
          <a:off x="1145619" y="4320658"/>
          <a:ext cx="617124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4568">
                  <a:extLst>
                    <a:ext uri="{9D8B030D-6E8A-4147-A177-3AD203B41FA5}">
                      <a16:colId xmlns:a16="http://schemas.microsoft.com/office/drawing/2014/main" val="3696566426"/>
                    </a:ext>
                  </a:extLst>
                </a:gridCol>
                <a:gridCol w="5186680">
                  <a:extLst>
                    <a:ext uri="{9D8B030D-6E8A-4147-A177-3AD203B41FA5}">
                      <a16:colId xmlns:a16="http://schemas.microsoft.com/office/drawing/2014/main" val="2113180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100010100010100010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Groups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100	010	100	010	100	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Value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 4	   2	   4	   2	   4	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Octal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424242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Decimal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141474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539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9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Hexadecimal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030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Basis 16, digits: 0 to 9 and 10 – 15 but we use letters A – F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means 10, B means 11, C means 12, D means 13, E means 14, F means 15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 system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Every position (index) has a single digit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at a given index </a:t>
                </a:r>
                <a:r>
                  <a:rPr lang="en-US" sz="1800" i="1" noProof="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US" sz="1800" i="1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18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AT" sz="1800" b="0" i="1" noProof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sSup>
                      <m:sSup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16</m:t>
                        </m:r>
                      </m:e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1800" i="1" noProof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Resulting number: sum of all position values</a:t>
                </a:r>
                <a:endParaRPr lang="en-US" sz="18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/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030332"/>
              </a:xfrm>
              <a:prstGeom prst="rect">
                <a:avLst/>
              </a:prstGeom>
              <a:blipFill>
                <a:blip r:embed="rId3"/>
                <a:stretch>
                  <a:fillRect l="-154" b="-155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559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Hexadecimal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245903"/>
            <a:ext cx="8229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7: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hexadecimal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system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737125"/>
                  </p:ext>
                </p:extLst>
              </p:nvPr>
            </p:nvGraphicFramePr>
            <p:xfrm>
              <a:off x="706088" y="1641741"/>
              <a:ext cx="7853681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52880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14013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Hexadecimal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CAFE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C	A	F	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noProof="0" dirty="0"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12⋅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10⋅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1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de-AT" sz="1800" b="0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14⋅</m:t>
                              </m:r>
                              <m:sSup>
                                <m:sSupPr>
                                  <m:ctrlP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lang="de-AT" sz="1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16               1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49152         2560          240             14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51966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EE0B2913-0422-4C8B-8D1E-502E119F6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3737125"/>
                  </p:ext>
                </p:extLst>
              </p:nvPr>
            </p:nvGraphicFramePr>
            <p:xfrm>
              <a:off x="706088" y="1641741"/>
              <a:ext cx="7853681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52880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2260664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  <a:gridCol w="4140137">
                      <a:extLst>
                        <a:ext uri="{9D8B030D-6E8A-4147-A177-3AD203B41FA5}">
                          <a16:colId xmlns:a16="http://schemas.microsoft.com/office/drawing/2014/main" val="19033469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Hexadecimal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11</a:t>
                          </a:r>
                        </a:p>
                      </a:txBody>
                      <a:tcPr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CAFE</a:t>
                          </a:r>
                          <a:endParaRPr lang="de-AT" sz="18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0</a:t>
                          </a:r>
                        </a:p>
                      </a:txBody>
                      <a:tcPr>
                        <a:solidFill>
                          <a:srgbClr val="F8D7C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418" t="-209836" r="-44142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1	1</a:t>
                          </a:r>
                        </a:p>
                      </a:txBody>
                      <a:tcPr>
                        <a:solidFill>
                          <a:srgbClr val="FCEC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	C	A	F	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64690" t="-309836" r="-18436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89853" t="-309836" r="-58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          16               1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49152         2560          240             14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51966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75398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093024"/>
                  </p:ext>
                </p:extLst>
              </p:nvPr>
            </p:nvGraphicFramePr>
            <p:xfrm>
              <a:off x="864933" y="3984253"/>
              <a:ext cx="7535990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52880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8311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Hexadecimal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C0FFEE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Digit</a:t>
                          </a:r>
                          <a:r>
                            <a:rPr lang="de-DE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AT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C	0	F	F	E	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12⋅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15⋅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15⋅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de-AT" sz="18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1</m:t>
                                </m:r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4⋅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14⋅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12582912               0      61440         3840          224             14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12648430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BE2D951C-F1CB-4602-AF59-36F5D8AD62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093024"/>
                  </p:ext>
                </p:extLst>
              </p:nvPr>
            </p:nvGraphicFramePr>
            <p:xfrm>
              <a:off x="864933" y="3984253"/>
              <a:ext cx="7535990" cy="22250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452880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8311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Hexadecimal</a:t>
                          </a:r>
                          <a:endParaRPr lang="de-DE" sz="18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C0FFEE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3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5	4	3	2	1	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418" t="-209836" r="-419665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	C	0	F	F	E	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4024" t="-309836" r="-4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Result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12582912               0      61440         3840          224             14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73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AT" sz="180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Decimal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12648430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147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1771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Hexadecimal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023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Hexadecimal system is a readable representation of the binary system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16=2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can group four digits from a binary number into a single hexadecimal digit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Hence, with two hexadecimal digits we can represent one byte</a:t>
                </a: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023810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61986E8-FBFF-4BE6-A854-3C44D57AC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18604"/>
              </p:ext>
            </p:extLst>
          </p:nvPr>
        </p:nvGraphicFramePr>
        <p:xfrm>
          <a:off x="578498" y="3398200"/>
          <a:ext cx="778160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4568">
                  <a:extLst>
                    <a:ext uri="{9D8B030D-6E8A-4147-A177-3AD203B41FA5}">
                      <a16:colId xmlns:a16="http://schemas.microsoft.com/office/drawing/2014/main" val="369656642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03346946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550977385"/>
                    </a:ext>
                  </a:extLst>
                </a:gridCol>
                <a:gridCol w="4399280">
                  <a:extLst>
                    <a:ext uri="{9D8B030D-6E8A-4147-A177-3AD203B41FA5}">
                      <a16:colId xmlns:a16="http://schemas.microsoft.com/office/drawing/2014/main" val="34211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1101</a:t>
                      </a:r>
                      <a:endParaRPr lang="de-AT" sz="1800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11110010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100010100010100010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Groups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1111	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10	0010	1000	1010	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Value</a:t>
                      </a:r>
                      <a:endParaRPr lang="de-AT" sz="1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F	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 2	   2	   8	   A	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Hexa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228A2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4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i="0" dirty="0" err="1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Decimal</a:t>
                      </a:r>
                      <a:endParaRPr lang="de-AT" sz="18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141474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539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582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49200" y="273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Numbers table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A9B02459-0FC4-4034-ABBF-22EC85D10E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660955"/>
              </p:ext>
            </p:extLst>
          </p:nvPr>
        </p:nvGraphicFramePr>
        <p:xfrm>
          <a:off x="1785600" y="1051200"/>
          <a:ext cx="5805000" cy="51789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Decimal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Hexadecimal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696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2D5E3090-A47E-49E0-9337-E0E15BE10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91880"/>
              </p:ext>
            </p:extLst>
          </p:nvPr>
        </p:nvGraphicFramePr>
        <p:xfrm>
          <a:off x="1785600" y="1051200"/>
          <a:ext cx="5805000" cy="51789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Octal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Decimal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Hexadecimal</a:t>
                      </a:r>
                      <a:endParaRPr lang="en-US" sz="16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18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10111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18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19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32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1A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33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1B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11100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34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28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1C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11101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35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29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1D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11110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36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1E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11111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37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31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7000"/>
                        </a:lnSpc>
                      </a:pPr>
                      <a:r>
                        <a:rPr lang="en-US" sz="1600" strike="noStrike" spc="-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1F</a:t>
                      </a:r>
                      <a:endParaRPr lang="en-US" sz="1600" b="0" strike="noStrike" spc="-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Google Shape;86;p2">
            <a:extLst>
              <a:ext uri="{FF2B5EF4-FFF2-40B4-BE49-F238E27FC236}">
                <a16:creationId xmlns:a16="http://schemas.microsoft.com/office/drawing/2014/main" id="{D12BCAC3-D6B6-4BAB-83F0-43626EC72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00" y="273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Numbers table</a:t>
            </a:r>
            <a:endParaRPr lang="en-US" noProof="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360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Conversion between</a:t>
            </a:r>
            <a:b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 numeral systems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34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Numeral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systems conversions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804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 systems: </a:t>
                </a:r>
              </a:p>
              <a:p>
                <a:pPr marL="0" indent="0" algn="ctr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=0</m:t>
                        </m:r>
                      </m:sub>
                      <m:sup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de-AT" sz="1800" b="0" i="1" noProof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b="0" i="1" noProof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AT" sz="1800" b="0" i="1" noProof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de-AT" sz="1800" b="0" i="1" noProof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sub>
                        </m:sSub>
                      </m:e>
                    </m:nary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⋅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spcBef>
                    <a:spcPts val="640"/>
                  </a:spcBef>
                </a:pPr>
                <a:endParaRPr lang="de-AT" sz="1800" b="0" i="1" noProof="0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</a:t>
                </a:r>
                <a:r>
                  <a:rPr lang="de-AT" sz="1800" b="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highest</a:t>
                </a:r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index</a:t>
                </a:r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b="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starting</a:t>
                </a:r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</a:t>
                </a: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b="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index</a:t>
                </a:r>
                <a:endParaRPr lang="de-AT" sz="1800" b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de-AT" sz="18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de-AT" sz="1800" b="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Base </a:t>
                </a:r>
                <a:r>
                  <a:rPr lang="de-AT" sz="1800" b="0" noProof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≥ 2</a:t>
                </a:r>
                <a:endParaRPr lang="de-AT" sz="1800" b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AT" sz="18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digit at index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640"/>
                  </a:spcBef>
                </a:pP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Convert to decimal: use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above formula, see examples from previous slides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Binary to other systems 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Grouping, see examples from previous slides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Convert between </a:t>
                </a:r>
                <a:r>
                  <a:rPr lang="en-US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</a:t>
                </a:r>
                <a:r>
                  <a:rPr 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bitrary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systems, e.g., decimal to other systems: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Division and remainder algorithm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en-US" sz="18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4804344"/>
              </a:xfrm>
              <a:prstGeom prst="rect">
                <a:avLst/>
              </a:prstGeom>
              <a:blipFill>
                <a:blip r:embed="rId3"/>
                <a:stretch>
                  <a:fillRect l="-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855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Division and remainder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Google Shape;87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38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Decimal number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numeral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system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base</a:t>
                </a:r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de-AT" sz="18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b="0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num>
                      <m:den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den>
                    </m:f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remainder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𝑧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de-AT" sz="1800" dirty="0">
                    <a:cs typeface="Calibri" panose="020F0502020204030204" pitchFamily="34" charset="0"/>
                  </a:rPr>
                  <a:t> </a:t>
                </a:r>
                <a:r>
                  <a:rPr lang="de-AT" sz="18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de-AT" sz="1800" b="0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store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𝑧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repeat from step 1</a:t>
                </a:r>
              </a:p>
              <a:p>
                <a:pPr marL="342900" indent="-342900">
                  <a:spcBef>
                    <a:spcPts val="640"/>
                  </a:spcBef>
                  <a:buFont typeface="+mj-lt"/>
                  <a:buAutoNum type="arabicPeriod"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Else output all remainders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𝑧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the opposite order of storing them</a:t>
                </a:r>
              </a:p>
              <a:p>
                <a:pPr marL="432000" indent="0">
                  <a:spcBef>
                    <a:spcPts val="283"/>
                  </a:spcBef>
                </a:pPr>
                <a:endParaRPr lang="en-US" sz="1800" dirty="0">
                  <a:latin typeface="Calibri" panose="020F0502020204030204" pitchFamily="34" charset="0"/>
                  <a:ea typeface="Droid Sans Fallback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7" name="Google Shape;87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2383200"/>
              </a:xfrm>
              <a:prstGeom prst="rect">
                <a:avLst/>
              </a:prstGeom>
              <a:blipFill>
                <a:blip r:embed="rId3"/>
                <a:stretch>
                  <a:fillRect l="-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909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Division and remainder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40EC64B-D3AF-4B32-8C8F-933D142CA79E}"/>
                  </a:ext>
                </a:extLst>
              </p:cNvPr>
              <p:cNvSpPr txBox="1"/>
              <p:nvPr/>
            </p:nvSpPr>
            <p:spPr>
              <a:xfrm>
                <a:off x="542544" y="1584303"/>
                <a:ext cx="8229600" cy="352404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8: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Convert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(131)</a:t>
                </a:r>
                <a:r>
                  <a:rPr kumimoji="0" lang="de-DE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10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binary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indent="0">
                  <a:spcBef>
                    <a:spcPts val="283"/>
                  </a:spcBef>
                </a:pP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𝒙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𝑩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</a:t>
                </a:r>
                <a:r>
                  <a:rPr lang="en-US" sz="1800" b="1" spc="-1" dirty="0">
                    <a:ea typeface="Droid Sans Fallback"/>
                    <a:cs typeface="Calibri" panose="020F0502020204030204" pitchFamily="34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𝒛</m:t>
                    </m:r>
                  </m:oMath>
                </a14:m>
                <a:endParaRPr lang="en-US" sz="1800" b="1" spc="-1" dirty="0">
                  <a:latin typeface="Calibri" panose="020F0502020204030204" pitchFamily="34" charset="0"/>
                  <a:ea typeface="Droid Sans Fallback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131	/	2  	= 65	Remainder = 1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65	/	2  	= 32  	Remainder = 1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32	/ 	2  	= 16  	Remainder = 0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16	/ 	2  	=  8  	Remainder = 0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  8	/ 	2  	=  4 	Remainder = 0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  4	/	2	=  2 	Remainder = 0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  2	/ 	2 	=  1 	Remainder = 0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  1	/ 	2 	=  0 	Remainder = 1</a:t>
                </a: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(131)</a:t>
                </a:r>
                <a:r>
                  <a:rPr lang="en-US" sz="1800" spc="-1" baseline="-33000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10</a:t>
                </a: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= (</a:t>
                </a:r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10000011</a:t>
                </a: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)</a:t>
                </a:r>
                <a:r>
                  <a:rPr lang="en-US" sz="1800" spc="-1" baseline="-33000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2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40EC64B-D3AF-4B32-8C8F-933D142CA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" y="1584303"/>
                <a:ext cx="8229600" cy="3524042"/>
              </a:xfrm>
              <a:prstGeom prst="rect">
                <a:avLst/>
              </a:prstGeom>
              <a:blipFill>
                <a:blip r:embed="rId3"/>
                <a:stretch>
                  <a:fillRect l="-616" t="-717" b="-1792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420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Division and remainder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40EC64B-D3AF-4B32-8C8F-933D142CA79E}"/>
                  </a:ext>
                </a:extLst>
              </p:cNvPr>
              <p:cNvSpPr txBox="1"/>
              <p:nvPr/>
            </p:nvSpPr>
            <p:spPr>
              <a:xfrm>
                <a:off x="542544" y="1584303"/>
                <a:ext cx="8229600" cy="163121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DE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Example</a:t>
                </a: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9: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Convert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(142)</a:t>
                </a:r>
                <a:r>
                  <a:rPr kumimoji="0" lang="de-DE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10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hexadecimal</a:t>
                </a: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indent="0">
                  <a:spcBef>
                    <a:spcPts val="283"/>
                  </a:spcBef>
                </a:pP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𝒙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𝑩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	</a:t>
                </a:r>
                <a:r>
                  <a:rPr lang="en-US" sz="1800" b="1" spc="-1" dirty="0">
                    <a:ea typeface="Droid Sans Fallback"/>
                    <a:cs typeface="Calibri" panose="020F0502020204030204" pitchFamily="34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1" i="1" spc="-1" dirty="0">
                        <a:latin typeface="Cambria Math" panose="02040503050406030204" pitchFamily="18" charset="0"/>
                        <a:ea typeface="Droid Sans Fallback"/>
                        <a:cs typeface="Calibri" panose="020F0502020204030204" pitchFamily="34" charset="0"/>
                      </a:rPr>
                      <m:t>𝒛</m:t>
                    </m:r>
                  </m:oMath>
                </a14:m>
                <a:endParaRPr lang="en-US" sz="1800" b="1" spc="-1" dirty="0">
                  <a:latin typeface="Calibri" panose="020F0502020204030204" pitchFamily="34" charset="0"/>
                  <a:ea typeface="Droid Sans Fallback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142	/	16  	= 8	Remainder = 14 (E)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 8	/	16  	= 0  	Remainder = 8</a:t>
                </a:r>
                <a:endParaRPr lang="en-US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spcBef>
                    <a:spcPts val="283"/>
                  </a:spcBef>
                </a:pP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(142)</a:t>
                </a:r>
                <a:r>
                  <a:rPr lang="en-US" sz="1800" spc="-1" baseline="-33000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10</a:t>
                </a: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 = (</a:t>
                </a:r>
                <a:r>
                  <a:rPr lang="en-US" sz="1800" b="1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8E</a:t>
                </a:r>
                <a:r>
                  <a:rPr lang="en-US" sz="1800" spc="-1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)</a:t>
                </a:r>
                <a:r>
                  <a:rPr lang="en-US" sz="1800" spc="-1" baseline="-33000" dirty="0">
                    <a:latin typeface="Calibri" panose="020F0502020204030204" pitchFamily="34" charset="0"/>
                    <a:ea typeface="Droid Sans Fallback"/>
                    <a:cs typeface="Calibri" panose="020F0502020204030204" pitchFamily="34" charset="0"/>
                  </a:rPr>
                  <a:t>16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40EC64B-D3AF-4B32-8C8F-933D142CA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" y="1584303"/>
                <a:ext cx="8229600" cy="1631216"/>
              </a:xfrm>
              <a:prstGeom prst="rect">
                <a:avLst/>
              </a:prstGeom>
              <a:blipFill>
                <a:blip r:embed="rId3"/>
                <a:stretch>
                  <a:fillRect l="-616" t="-1550" b="-5426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745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088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2: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Convert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between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numeral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systems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de-DE" sz="1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(245)</a:t>
            </a:r>
            <a:r>
              <a:rPr lang="de-DE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10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octal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hexadecimal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(14D)</a:t>
            </a:r>
            <a:r>
              <a:rPr kumimoji="0" lang="de-DE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16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binary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octal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,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decimal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syste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m.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(231)</a:t>
            </a:r>
            <a:r>
              <a:rPr kumimoji="0" lang="de-DE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8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binary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decimal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and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hexadecimal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system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(1001100)</a:t>
            </a:r>
            <a:r>
              <a:rPr kumimoji="0" lang="de-DE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2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octal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decimal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,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hexadecimal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system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696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Binary arithmetic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079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;p2">
            <a:extLst>
              <a:ext uri="{FF2B5EF4-FFF2-40B4-BE49-F238E27FC236}">
                <a16:creationId xmlns:a16="http://schemas.microsoft.com/office/drawing/2014/main" id="{66709C05-8010-447E-9BFC-6B10C27C9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00" y="273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Arithmetic operations with binary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DDE10D2D-65B9-47C3-8D33-AF8643891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471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Basic arithmetic operations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Addition</a:t>
            </a: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Negative numbers</a:t>
            </a: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Subtraction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Multiplication and division can be implemented by repeated addition/subtraction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Least significant bit (LSB)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Ri</a:t>
            </a:r>
            <a:r>
              <a:rPr lang="en-US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ghtmost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(last) position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Most </a:t>
            </a:r>
            <a:r>
              <a:rPr lang="en-US" sz="1800" b="1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</a:t>
            </a:r>
            <a:r>
              <a:rPr lang="en-US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gnificant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bit (MSB)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Leftmost (fir</a:t>
            </a:r>
            <a:r>
              <a:rPr lang="en-US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 position</a:t>
            </a: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le 8">
                <a:extLst>
                  <a:ext uri="{FF2B5EF4-FFF2-40B4-BE49-F238E27FC236}">
                    <a16:creationId xmlns:a16="http://schemas.microsoft.com/office/drawing/2014/main" id="{1F8EDF9A-32D6-4AB0-B89B-CAAFAC17C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294162"/>
                  </p:ext>
                </p:extLst>
              </p:nvPr>
            </p:nvGraphicFramePr>
            <p:xfrm>
              <a:off x="1010712" y="3592995"/>
              <a:ext cx="7290435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401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50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n         …         7        6         5         4         3         2        1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Power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of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 …      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de-AT" sz="18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    </m:t>
                                </m:r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       2</m:t>
                                    </m:r>
                                  </m:e>
                                  <m:sup>
                                    <m:r>
                                      <a:rPr lang="de-AT" sz="18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AT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de-AT" sz="1800" b="0" i="1" baseline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…</m:t>
                              </m:r>
                              <m:r>
                                <a:rPr lang="de-AT" sz="18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 …    128      64       32       16       8         4        2        1</m:t>
                              </m:r>
                            </m:oMath>
                          </a14:m>
                          <a:r>
                            <a:rPr lang="de-AT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le 8">
                <a:extLst>
                  <a:ext uri="{FF2B5EF4-FFF2-40B4-BE49-F238E27FC236}">
                    <a16:creationId xmlns:a16="http://schemas.microsoft.com/office/drawing/2014/main" id="{1F8EDF9A-32D6-4AB0-B89B-CAAFAC17C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294162"/>
                  </p:ext>
                </p:extLst>
              </p:nvPr>
            </p:nvGraphicFramePr>
            <p:xfrm>
              <a:off x="1010712" y="3592995"/>
              <a:ext cx="7290435" cy="11125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40155">
                      <a:extLst>
                        <a:ext uri="{9D8B030D-6E8A-4147-A177-3AD203B41FA5}">
                          <a16:colId xmlns:a16="http://schemas.microsoft.com/office/drawing/2014/main" val="3696566426"/>
                        </a:ext>
                      </a:extLst>
                    </a:gridCol>
                    <a:gridCol w="6050280">
                      <a:extLst>
                        <a:ext uri="{9D8B030D-6E8A-4147-A177-3AD203B41FA5}">
                          <a16:colId xmlns:a16="http://schemas.microsoft.com/office/drawing/2014/main" val="28428362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Index</a:t>
                          </a:r>
                          <a:r>
                            <a:rPr lang="de-DE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i</a:t>
                          </a:r>
                          <a:endParaRPr lang="de-A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de-DE" sz="1800" b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     n         …         7        6         5         4         3         2        1         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399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Power </a:t>
                          </a:r>
                          <a:r>
                            <a:rPr lang="de-DE" sz="1800" b="0" i="0" dirty="0" err="1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of</a:t>
                          </a:r>
                          <a:r>
                            <a:rPr lang="de-DE" sz="1800" b="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de-DE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de-AT" sz="1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0645" t="-111475" r="-403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8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a:t>Values</a:t>
                          </a:r>
                          <a:endParaRPr lang="de-AT" sz="1800" i="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0645" t="-211475" r="-403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7447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59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;p2">
            <a:extLst>
              <a:ext uri="{FF2B5EF4-FFF2-40B4-BE49-F238E27FC236}">
                <a16:creationId xmlns:a16="http://schemas.microsoft.com/office/drawing/2014/main" id="{66709C05-8010-447E-9BFC-6B10C27C9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00" y="273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Addition of binary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E4307280-0F62-4790-810F-C2D787A9BD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9485708"/>
              </p:ext>
            </p:extLst>
          </p:nvPr>
        </p:nvGraphicFramePr>
        <p:xfrm>
          <a:off x="436500" y="1416600"/>
          <a:ext cx="2350456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r"/>
                      <a:r>
                        <a:rPr lang="zxx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Basi</a:t>
                      </a:r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 </a:t>
                      </a:r>
                      <a:r>
                        <a:rPr lang="zxx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DBA73495-7444-46B4-82AD-B16524374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8058266"/>
              </p:ext>
            </p:extLst>
          </p:nvPr>
        </p:nvGraphicFramePr>
        <p:xfrm>
          <a:off x="3358605" y="1416600"/>
          <a:ext cx="2350457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131359352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/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+ 0 = 0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901764A9-A71D-46A5-8CE8-B3E2DEDCDC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105533"/>
              </p:ext>
            </p:extLst>
          </p:nvPr>
        </p:nvGraphicFramePr>
        <p:xfrm>
          <a:off x="6280710" y="1410800"/>
          <a:ext cx="2350457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886730773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/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+ 0 = 1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0A08F917-DE27-42D3-B28E-6A0F057EB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2344119"/>
              </p:ext>
            </p:extLst>
          </p:nvPr>
        </p:nvGraphicFramePr>
        <p:xfrm>
          <a:off x="436500" y="3967643"/>
          <a:ext cx="2350457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157218756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/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+ 1 = 1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F47253AF-E559-448C-B338-C8F64973AC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155734"/>
              </p:ext>
            </p:extLst>
          </p:nvPr>
        </p:nvGraphicFramePr>
        <p:xfrm>
          <a:off x="3358605" y="3967643"/>
          <a:ext cx="2350457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32576647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/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+ 1 = (0, c) = 10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B5425E19-76CD-4F46-A3D5-5E9589CC4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3487827"/>
              </p:ext>
            </p:extLst>
          </p:nvPr>
        </p:nvGraphicFramePr>
        <p:xfrm>
          <a:off x="6280710" y="3961843"/>
          <a:ext cx="2350457" cy="1920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24">
                  <a:extLst>
                    <a:ext uri="{9D8B030D-6E8A-4147-A177-3AD203B41FA5}">
                      <a16:colId xmlns:a16="http://schemas.microsoft.com/office/drawing/2014/main" val="1935681313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r"/>
                      <a:r>
                        <a:rPr lang="de-AT" sz="24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1+1+1=(1, c)=11</a:t>
                      </a:r>
                      <a:endParaRPr lang="en-US" sz="24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4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;p2">
            <a:extLst>
              <a:ext uri="{FF2B5EF4-FFF2-40B4-BE49-F238E27FC236}">
                <a16:creationId xmlns:a16="http://schemas.microsoft.com/office/drawing/2014/main" id="{66709C05-8010-447E-9BFC-6B10C27C96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00" y="273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Addition of binary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E4307280-0F62-4790-810F-C2D787A9BD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485357"/>
              </p:ext>
            </p:extLst>
          </p:nvPr>
        </p:nvGraphicFramePr>
        <p:xfrm>
          <a:off x="1253257" y="1317131"/>
          <a:ext cx="6427606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68562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428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 + 54 = 99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Position value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757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45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54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99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795D6EB-F473-46C7-8AF6-D34A2902BC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155151"/>
              </p:ext>
            </p:extLst>
          </p:nvPr>
        </p:nvGraphicFramePr>
        <p:xfrm>
          <a:off x="349200" y="3642153"/>
          <a:ext cx="843728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7422352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41685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13659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265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3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341 + 444 = 785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512</a:t>
                      </a: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256</a:t>
                      </a: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Position value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757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341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444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785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9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659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3: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numeral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DE" sz="1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25 and 67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34 and 12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112 and 123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200 and 33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C54A8E6-407F-4D16-89F5-00F3AD5E6D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375699"/>
              </p:ext>
            </p:extLst>
          </p:nvPr>
        </p:nvGraphicFramePr>
        <p:xfrm>
          <a:off x="893208" y="3270128"/>
          <a:ext cx="735728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13659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265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 + y = ?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Position value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757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?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386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Negative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far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Unsigned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which is always positive or 0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 represent negative numbers we convert numbers to their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There are several complement conversion methods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We will learn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Two’s Complement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One‘s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Add 1 (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Two‘s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reserve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MSB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sign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MSB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1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negative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and 0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positive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95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Negative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70D934-4DB9-4C0E-839D-2E0613AC612D}"/>
              </a:ext>
            </a:extLst>
          </p:cNvPr>
          <p:cNvSpPr txBox="1"/>
          <p:nvPr/>
        </p:nvSpPr>
        <p:spPr>
          <a:xfrm>
            <a:off x="457200" y="1605600"/>
            <a:ext cx="822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10: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two‘s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of 45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represented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7964547-A185-4E13-9195-17E75F7FF9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1757991"/>
              </p:ext>
            </p:extLst>
          </p:nvPr>
        </p:nvGraphicFramePr>
        <p:xfrm>
          <a:off x="1390985" y="2163212"/>
          <a:ext cx="6304117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4438072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0456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45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310566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Ones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complement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45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-45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359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Negative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70D934-4DB9-4C0E-839D-2E0613AC612D}"/>
              </a:ext>
            </a:extLst>
          </p:cNvPr>
          <p:cNvSpPr txBox="1"/>
          <p:nvPr/>
        </p:nvSpPr>
        <p:spPr>
          <a:xfrm>
            <a:off x="457200" y="2617349"/>
            <a:ext cx="822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11: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two‘s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zero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2C3ECC65-768C-487D-9B62-1D39297DF1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23255"/>
              </p:ext>
            </p:extLst>
          </p:nvPr>
        </p:nvGraphicFramePr>
        <p:xfrm>
          <a:off x="1319367" y="3168051"/>
          <a:ext cx="650526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59950211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653669944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198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 + (-45) = 0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45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-45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0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545F52E2-22AE-4E43-81BD-82437FE0B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89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Positive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two‘s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(negative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) = 0</a:t>
            </a:r>
          </a:p>
        </p:txBody>
      </p:sp>
    </p:spTree>
    <p:extLst>
      <p:ext uri="{BB962C8B-B14F-4D97-AF65-F5344CB8AC3E}">
        <p14:creationId xmlns:p14="http://schemas.microsoft.com/office/powerpoint/2010/main" val="1796555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545F52E2-22AE-4E43-81BD-82437FE0B43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614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Why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does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work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Ninth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carry-out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T" sz="1800" dirty="0"/>
                  <a:t>and is discarded in an 8-bit representation. The result, 00000000 = 0, is correct: no overflow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representation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[−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sz="1800" b="0" i="1" spc="-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p>
                      <m:sSup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sz="1800" b="0" i="1" spc="-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de-AT" sz="1800" b="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byte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8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[-128, 127]</a:t>
                </a:r>
              </a:p>
            </p:txBody>
          </p:sp>
        </mc:Choice>
        <mc:Fallback>
          <p:sp>
            <p:nvSpPr>
              <p:cNvPr id="8" name="Google Shape;87;p2">
                <a:extLst>
                  <a:ext uri="{FF2B5EF4-FFF2-40B4-BE49-F238E27FC236}">
                    <a16:creationId xmlns:a16="http://schemas.microsoft.com/office/drawing/2014/main" id="{545F52E2-22AE-4E43-81BD-82437FE0B43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614032"/>
              </a:xfrm>
              <a:prstGeom prst="rect">
                <a:avLst/>
              </a:prstGeom>
              <a:blipFill>
                <a:blip r:embed="rId3"/>
                <a:stretch>
                  <a:fillRect l="-154" r="-1543" b="-6591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Ones’ and two’s complement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70D934-4DB9-4C0E-839D-2E0613AC612D}"/>
              </a:ext>
            </a:extLst>
          </p:cNvPr>
          <p:cNvSpPr txBox="1"/>
          <p:nvPr/>
        </p:nvSpPr>
        <p:spPr>
          <a:xfrm>
            <a:off x="457200" y="2152775"/>
            <a:ext cx="822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 12: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Theory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behind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‘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two‘s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complement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2C3ECC65-768C-487D-9B62-1D39297DF1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97060441"/>
                  </p:ext>
                </p:extLst>
              </p:nvPr>
            </p:nvGraphicFramePr>
            <p:xfrm>
              <a:off x="1140341" y="2602609"/>
              <a:ext cx="6833821" cy="21336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35224">
                      <a:extLst>
                        <a:ext uri="{9D8B030D-6E8A-4147-A177-3AD203B41FA5}">
                          <a16:colId xmlns:a16="http://schemas.microsoft.com/office/drawing/2014/main" val="2599502118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2653669944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2872509363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4210473538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2238826928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2875420820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872041855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3291968102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1107192057"/>
                        </a:ext>
                      </a:extLst>
                    </a:gridCol>
                    <a:gridCol w="205400">
                      <a:extLst>
                        <a:ext uri="{9D8B030D-6E8A-4147-A177-3AD203B41FA5}">
                          <a16:colId xmlns:a16="http://schemas.microsoft.com/office/drawing/2014/main" val="1833115288"/>
                        </a:ext>
                      </a:extLst>
                    </a:gridCol>
                    <a:gridCol w="2713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 gridSpan="1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11503325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de-AT" sz="180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= 45</a:t>
                          </a:r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de-AT" sz="1800" b="0" strike="noStrike" spc="-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Ones</a:t>
                          </a:r>
                          <a:r>
                            <a:rPr lang="de-AT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‘ </a:t>
                          </a:r>
                          <a:r>
                            <a:rPr lang="de-AT" sz="1800" b="0" strike="noStrike" spc="-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comp.</a:t>
                          </a:r>
                          <a:r>
                            <a:rPr lang="de-AT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−1=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28251060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Two’s comp.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de-AT" sz="1800" b="0" i="1" strike="noStrike" spc="-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  <m:r>
                                    <a:rPr lang="de-AT" sz="1800" b="0" i="1" strike="noStrike" spc="-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+ 1</a:t>
                          </a: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2565643480"/>
                      </a:ext>
                    </a:extLst>
                  </a:tr>
                  <a:tr h="24985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1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sSup>
                                  <m:sSupPr>
                                    <m:ctrlP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𝒏</m:t>
                                    </m:r>
                                  </m:sup>
                                </m:sSup>
                                <m:r>
                                  <a:rPr lang="de-AT" sz="1800" b="1" i="1" strike="noStrike" spc="-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1" i="1" strike="noStrike" spc="-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𝒙</m:t>
                                </m:r>
                                <m:r>
                                  <a:rPr lang="de-AT" sz="1800" b="1" i="1" strike="noStrike" spc="-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𝟐</m:t>
                                    </m:r>
                                    <m:r>
                                      <a:rPr lang="de-AT" sz="1800" b="1" i="1" strike="noStrike" spc="-1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2C3ECC65-768C-487D-9B62-1D39297DF1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97060441"/>
                  </p:ext>
                </p:extLst>
              </p:nvPr>
            </p:nvGraphicFramePr>
            <p:xfrm>
              <a:off x="1140341" y="2602609"/>
              <a:ext cx="6833821" cy="21336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435224">
                      <a:extLst>
                        <a:ext uri="{9D8B030D-6E8A-4147-A177-3AD203B41FA5}">
                          <a16:colId xmlns:a16="http://schemas.microsoft.com/office/drawing/2014/main" val="2599502118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2653669944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2872509363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4210473538"/>
                        </a:ext>
                      </a:extLst>
                    </a:gridCol>
                    <a:gridCol w="434645">
                      <a:extLst>
                        <a:ext uri="{9D8B030D-6E8A-4147-A177-3AD203B41FA5}">
                          <a16:colId xmlns:a16="http://schemas.microsoft.com/office/drawing/2014/main" val="2238826928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2875420820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872041855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3291968102"/>
                        </a:ext>
                      </a:extLst>
                    </a:gridCol>
                    <a:gridCol w="435224">
                      <a:extLst>
                        <a:ext uri="{9D8B030D-6E8A-4147-A177-3AD203B41FA5}">
                          <a16:colId xmlns:a16="http://schemas.microsoft.com/office/drawing/2014/main" val="1107192057"/>
                        </a:ext>
                      </a:extLst>
                    </a:gridCol>
                    <a:gridCol w="205400">
                      <a:extLst>
                        <a:ext uri="{9D8B030D-6E8A-4147-A177-3AD203B41FA5}">
                          <a16:colId xmlns:a16="http://schemas.microsoft.com/office/drawing/2014/main" val="1833115288"/>
                        </a:ext>
                      </a:extLst>
                    </a:gridCol>
                    <a:gridCol w="2713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1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A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/>
                    </a:tc>
                    <a:extLst>
                      <a:ext uri="{0D108BD9-81ED-4DB2-BD59-A6C34878D82A}">
                        <a16:rowId xmlns:a16="http://schemas.microsoft.com/office/drawing/2014/main" val="11503325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90000" marR="90000" anchor="b">
                        <a:blipFill>
                          <a:blip r:embed="rId4"/>
                          <a:stretch>
                            <a:fillRect l="-152360" t="-85000" r="-899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90000" marR="90000" anchor="b">
                        <a:blipFill>
                          <a:blip r:embed="rId4"/>
                          <a:stretch>
                            <a:fillRect l="-152360" t="-185000" r="-899" b="-3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90000" marR="90000" anchor="b">
                        <a:blipFill>
                          <a:blip r:embed="rId4"/>
                          <a:stretch>
                            <a:fillRect l="-152360" t="-280328" r="-89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1060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0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0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90000" marR="90000" anchor="b">
                        <a:blipFill>
                          <a:blip r:embed="rId4"/>
                          <a:stretch>
                            <a:fillRect l="-152360" t="-386667" r="-899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6434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0000" marR="90000" anchor="b">
                        <a:lnTlToB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dot"/>
                          <a:round/>
                          <a:headEnd type="none" w="med" len="med"/>
                          <a:tailEnd type="none" w="med" len="me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0000" marR="90000" anchor="b"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800" b="1" strike="noStrike" spc="-1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0000" marR="90000" anchor="b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90000" marR="90000" anchor="b">
                        <a:blipFill>
                          <a:blip r:embed="rId4"/>
                          <a:stretch>
                            <a:fillRect l="-152360" t="-486667" r="-899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23958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Signed binary representation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C2683A8-F62B-423B-9775-BE2772572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5" y="1106411"/>
            <a:ext cx="4763165" cy="476316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30D6DBB-3B9D-42B5-B106-0DAF876EE2F2}"/>
              </a:ext>
            </a:extLst>
          </p:cNvPr>
          <p:cNvSpPr txBox="1"/>
          <p:nvPr/>
        </p:nvSpPr>
        <p:spPr>
          <a:xfrm>
            <a:off x="313944" y="5751589"/>
            <a:ext cx="432756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https://texample.net/media/tikz/examples/PNG/complement.png</a:t>
            </a: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034F18F1-7FF3-4E43-A522-9F2E8D8C1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197681"/>
              </p:ext>
            </p:extLst>
          </p:nvPr>
        </p:nvGraphicFramePr>
        <p:xfrm>
          <a:off x="5077109" y="1291958"/>
          <a:ext cx="393172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197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6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310566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Ones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-6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3B8C1734-6DD8-4551-9484-AC1DCABC9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226912"/>
              </p:ext>
            </p:extLst>
          </p:nvPr>
        </p:nvGraphicFramePr>
        <p:xfrm>
          <a:off x="5072584" y="3856704"/>
          <a:ext cx="3936248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59950211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1156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+ (-6) = 0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0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1219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Negatives of negative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70D934-4DB9-4C0E-839D-2E0613AC612D}"/>
              </a:ext>
            </a:extLst>
          </p:cNvPr>
          <p:cNvSpPr txBox="1"/>
          <p:nvPr/>
        </p:nvSpPr>
        <p:spPr>
          <a:xfrm>
            <a:off x="313944" y="3034969"/>
            <a:ext cx="814686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13: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Find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two‘s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complement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of -45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represented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with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byte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7964547-A185-4E13-9195-17E75F7FF9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347361"/>
              </p:ext>
            </p:extLst>
          </p:nvPr>
        </p:nvGraphicFramePr>
        <p:xfrm>
          <a:off x="1390985" y="3453699"/>
          <a:ext cx="6304117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4438072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0456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-45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310566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Ones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complement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-45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45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8998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Two‘s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complement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works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also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negative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Negative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negative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positive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600"/>
                <a:ext cx="8229600" cy="899884"/>
              </a:xfrm>
              <a:prstGeom prst="rect">
                <a:avLst/>
              </a:prstGeom>
              <a:blipFill>
                <a:blip r:embed="rId3"/>
                <a:stretch>
                  <a:fillRect l="-148" b="-35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1487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Unsigned vs signed representation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3902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decimal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Computers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interpret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them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differently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Unsigned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without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only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positive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All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used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representation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[0, 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de-AT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Examples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(10010000)</a:t>
                </a:r>
                <a:r>
                  <a:rPr lang="de-AT" sz="1800" spc="-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de-AT" sz="1800" spc="-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(144)</a:t>
                </a:r>
                <a:r>
                  <a:rPr lang="de-AT" sz="1800" spc="-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r>
                  <a:rPr lang="de-AT" sz="1800" spc="-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(11010011)</a:t>
                </a:r>
                <a:r>
                  <a:rPr lang="de-AT" sz="1800" spc="-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de-AT" sz="1800" spc="-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(211)</a:t>
                </a:r>
                <a:r>
                  <a:rPr lang="de-AT" sz="1800" spc="-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endParaRPr lang="de-AT" sz="1800" spc="-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b="1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Signed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positive and negative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endParaRPr lang="de-AT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MSB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keeps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1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negative, 0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positive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[−2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p>
                      <m:sSupPr>
                        <m:ctrlP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de-AT" sz="1800" i="1" spc="-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de-AT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Examples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(10010000)</a:t>
                </a:r>
                <a:r>
                  <a:rPr lang="de-AT" sz="1800" spc="-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de-AT" sz="1800" spc="-1" dirty="0">
                    <a:solidFill>
                      <a:srgbClr val="D3242A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(-112)</a:t>
                </a:r>
                <a:r>
                  <a:rPr lang="de-AT" sz="1800" spc="-1" baseline="-25000" dirty="0">
                    <a:solidFill>
                      <a:srgbClr val="D3242A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(11010011)</a:t>
                </a:r>
                <a:r>
                  <a:rPr lang="de-AT" sz="1800" spc="-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de-AT" sz="1800" spc="-1" dirty="0">
                    <a:solidFill>
                      <a:srgbClr val="D3242A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(-45)</a:t>
                </a:r>
                <a:r>
                  <a:rPr lang="de-AT" sz="1800" spc="-1" baseline="-25000" dirty="0">
                    <a:solidFill>
                      <a:srgbClr val="D3242A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endParaRPr lang="de-AT" sz="1800" spc="-1" dirty="0">
                  <a:solidFill>
                    <a:srgbClr val="D3242A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spc="-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3902923"/>
              </a:xfrm>
              <a:prstGeom prst="rect">
                <a:avLst/>
              </a:prstGeom>
              <a:blipFill>
                <a:blip r:embed="rId3"/>
                <a:stretch>
                  <a:fillRect l="-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096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Importance </a:t>
            </a: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of number ranges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134595C-A57D-4A3F-9646-C97A5C393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99176"/>
              </p:ext>
            </p:extLst>
          </p:nvPr>
        </p:nvGraphicFramePr>
        <p:xfrm>
          <a:off x="1290411" y="1744831"/>
          <a:ext cx="650526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59950211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653669944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198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-29 + (-13) = -42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-29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-13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-42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903B134-37A9-479F-B2EB-9E32006E71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279174"/>
              </p:ext>
            </p:extLst>
          </p:nvPr>
        </p:nvGraphicFramePr>
        <p:xfrm>
          <a:off x="1290410" y="3748712"/>
          <a:ext cx="650526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59950211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653669944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5224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198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-68 + (-101) = -169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-68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-101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solidFill>
                            <a:srgbClr val="D3242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solidFill>
                            <a:srgbClr val="D3242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87</a:t>
                      </a:r>
                      <a:endParaRPr lang="en-US" sz="1800" b="1" strike="noStrike" spc="-1" dirty="0">
                        <a:solidFill>
                          <a:srgbClr val="D3242A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7CD9B26B-2B7A-4797-B0ED-0A431EC32C5D}"/>
              </a:ext>
            </a:extLst>
          </p:cNvPr>
          <p:cNvSpPr txBox="1"/>
          <p:nvPr/>
        </p:nvSpPr>
        <p:spPr>
          <a:xfrm>
            <a:off x="1578077" y="5720357"/>
            <a:ext cx="6662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Wrong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outside of the </a:t>
            </a:r>
            <a:r>
              <a:rPr lang="de-AT" sz="1800" b="1" dirty="0" err="1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[-128, 127]</a:t>
            </a:r>
            <a:b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T" sz="1800" dirty="0"/>
              <a:t>Carry-out discarded as before, but the result is wrong: overflow</a:t>
            </a:r>
            <a:r>
              <a:rPr lang="de-AT" sz="1800" b="1" dirty="0">
                <a:solidFill>
                  <a:srgbClr val="D324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113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Subtraction of binary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2826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Subtraction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addition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negative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−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+(−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spc="-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</a:t>
                </a:r>
                <a:r>
                  <a:rPr lang="de-AT" sz="1800" spc="-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 i="1" spc="-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de-AT" sz="1800" i="1" spc="-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as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signed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binary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numbers</a:t>
                </a:r>
                <a:endParaRPr lang="de-AT" sz="1800" spc="-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Compute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two‘s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complement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spc="-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de-AT" sz="1800" b="0" i="1" spc="-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de-AT" sz="1800" spc="-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Add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spc="-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 spc="-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de-AT" sz="1800" i="1" spc="-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de-AT" sz="1800" i="1" spc="-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Technically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addition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fast</a:t>
                </a: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We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need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only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machinery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</a:t>
                </a:r>
                <a:r>
                  <a:rPr lang="de-AT" sz="1800" spc="-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AT" sz="1800" spc="-1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addition</a:t>
                </a:r>
                <a:endParaRPr lang="de-AT" sz="1800" spc="-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Bef>
                    <a:spcPts val="640"/>
                  </a:spcBef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Google Shape;87;p2">
                <a:extLst>
                  <a:ext uri="{FF2B5EF4-FFF2-40B4-BE49-F238E27FC236}">
                    <a16:creationId xmlns:a16="http://schemas.microsoft.com/office/drawing/2014/main" id="{F044E235-6E2E-439F-B6CB-625B4A23C61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5599"/>
                <a:ext cx="8229600" cy="2826291"/>
              </a:xfrm>
              <a:prstGeom prst="rect">
                <a:avLst/>
              </a:prstGeom>
              <a:blipFill>
                <a:blip r:embed="rId3"/>
                <a:stretch>
                  <a:fillRect l="-1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229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997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4: 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Find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two‘s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complements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these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byte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de-DE" sz="1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67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200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33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B7DEEE9F-BF15-49AC-8BCE-4A7AE33D3C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246253"/>
              </p:ext>
            </p:extLst>
          </p:nvPr>
        </p:nvGraphicFramePr>
        <p:xfrm>
          <a:off x="1419791" y="3423600"/>
          <a:ext cx="6304117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4438072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0456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x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310566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Ones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complement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?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273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072800"/>
            <a:ext cx="82296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5: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Subtract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these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signed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byte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de-DE" sz="1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25 and 12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67 and 33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11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0 and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101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B7DEEE9F-BF15-49AC-8BCE-4A7AE33D3C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607986"/>
              </p:ext>
            </p:extLst>
          </p:nvPr>
        </p:nvGraphicFramePr>
        <p:xfrm>
          <a:off x="1311791" y="2273129"/>
          <a:ext cx="6304117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34438072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430456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 x</a:t>
                      </a: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310566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Ones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complement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?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4D29680-3AF7-405A-A691-EC445A90F7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6504727"/>
              </p:ext>
            </p:extLst>
          </p:nvPr>
        </p:nvGraphicFramePr>
        <p:xfrm>
          <a:off x="799608" y="4159529"/>
          <a:ext cx="7434799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15">
                  <a:extLst>
                    <a:ext uri="{9D8B030D-6E8A-4147-A177-3AD203B41FA5}">
                      <a16:colId xmlns:a16="http://schemas.microsoft.com/office/drawing/2014/main" val="1313659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25093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1047353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388269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754208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720418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919681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07192057"/>
                    </a:ext>
                  </a:extLst>
                </a:gridCol>
                <a:gridCol w="232261">
                  <a:extLst>
                    <a:ext uri="{9D8B030D-6E8A-4147-A177-3AD203B41FA5}">
                      <a16:colId xmlns:a16="http://schemas.microsoft.com/office/drawing/2014/main" val="1833115288"/>
                    </a:ext>
                  </a:extLst>
                </a:gridCol>
                <a:gridCol w="2265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algn="ctr"/>
                      <a:r>
                        <a:rPr lang="en-US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 + (-y) = ?</a:t>
                      </a:r>
                    </a:p>
                  </a:txBody>
                  <a:tcPr marL="90000" marR="90000" anchor="ctr"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 hMerge="1"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15033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</a:t>
                      </a: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Position value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757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xx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90000" marR="9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Second </a:t>
                      </a:r>
                      <a:r>
                        <a:rPr lang="de-AT" sz="180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60">
                <a:tc>
                  <a:txBody>
                    <a:bodyPr/>
                    <a:lstStyle/>
                    <a:p>
                      <a:pPr algn="r"/>
                      <a:r>
                        <a:rPr lang="de-DE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de-DE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Carry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850">
                <a:tc>
                  <a:txBody>
                    <a:bodyPr/>
                    <a:lstStyle/>
                    <a:p>
                      <a:pPr algn="r"/>
                      <a:r>
                        <a:rPr lang="zxx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800" b="1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r>
                        <a:rPr lang="de-AT" sz="1800" b="1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?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 anchor="b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6331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Multiplication and division of binary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F044E235-6E2E-439F-B6CB-625B4A23C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35095"/>
            <a:ext cx="8229600" cy="206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typically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carried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out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repeated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addition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There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more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efficient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algorithms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multiplication</a:t>
            </a:r>
            <a:endParaRPr lang="de-AT" sz="1800" spc="-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These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include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shifting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bits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left</a:t>
            </a:r>
            <a:endParaRPr lang="de-AT" sz="1800" spc="-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Division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typically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carried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out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by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repeated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subtraction</a:t>
            </a:r>
            <a:endParaRPr lang="de-AT" sz="1800" spc="-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More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efficient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algorithms</a:t>
            </a:r>
            <a:r>
              <a:rPr lang="de-AT" sz="1800" spc="-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exist</a:t>
            </a:r>
            <a:endParaRPr lang="de-AT" sz="1800" spc="-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91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3839</Words>
  <Application>Microsoft Macintosh PowerPoint</Application>
  <PresentationFormat>On-screen Show (4:3)</PresentationFormat>
  <Paragraphs>1291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Wingdings</vt:lpstr>
      <vt:lpstr>Arial</vt:lpstr>
      <vt:lpstr>Droid Sans Fallback</vt:lpstr>
      <vt:lpstr>Blackadder ITC</vt:lpstr>
      <vt:lpstr>Calibri</vt:lpstr>
      <vt:lpstr>Cambria Math</vt:lpstr>
      <vt:lpstr>Office Theme</vt:lpstr>
      <vt:lpstr>Fundamentals of Computer Science and Programming </vt:lpstr>
      <vt:lpstr>Outline</vt:lpstr>
      <vt:lpstr>Boolean Algebra</vt:lpstr>
      <vt:lpstr>Boolean Algebra</vt:lpstr>
      <vt:lpstr>Boolean algebra</vt:lpstr>
      <vt:lpstr>Boolean variables and functions</vt:lpstr>
      <vt:lpstr>Boolean expressions and functions</vt:lpstr>
      <vt:lpstr>Boolean algebra</vt:lpstr>
      <vt:lpstr>Boolean identities</vt:lpstr>
      <vt:lpstr> Boolean identities</vt:lpstr>
      <vt:lpstr>Boolean algebra</vt:lpstr>
      <vt:lpstr>Exercise</vt:lpstr>
      <vt:lpstr>Student task</vt:lpstr>
      <vt:lpstr>Numeral systems</vt:lpstr>
      <vt:lpstr>Numeral systems</vt:lpstr>
      <vt:lpstr>Decimal system</vt:lpstr>
      <vt:lpstr>Decimal system</vt:lpstr>
      <vt:lpstr>Binary system</vt:lpstr>
      <vt:lpstr>Binary system</vt:lpstr>
      <vt:lpstr>Counting in powers of two</vt:lpstr>
      <vt:lpstr>Counting in powers of two</vt:lpstr>
      <vt:lpstr>Octal system</vt:lpstr>
      <vt:lpstr>Octal system</vt:lpstr>
      <vt:lpstr>Octal system</vt:lpstr>
      <vt:lpstr>Hexadecimal system</vt:lpstr>
      <vt:lpstr>Hexadecimal system</vt:lpstr>
      <vt:lpstr>Hexadecimal system</vt:lpstr>
      <vt:lpstr>Numbers table</vt:lpstr>
      <vt:lpstr>Numbers table</vt:lpstr>
      <vt:lpstr>Conversion between  numeral systems</vt:lpstr>
      <vt:lpstr>Numeral systems conversions</vt:lpstr>
      <vt:lpstr>Division and remainder</vt:lpstr>
      <vt:lpstr>Division and remainder</vt:lpstr>
      <vt:lpstr>Division and remainder</vt:lpstr>
      <vt:lpstr>Exercise</vt:lpstr>
      <vt:lpstr>Student task</vt:lpstr>
      <vt:lpstr>Binary arithmetic</vt:lpstr>
      <vt:lpstr>Arithmetic operations with binary numbers</vt:lpstr>
      <vt:lpstr>Addition of binary numbers</vt:lpstr>
      <vt:lpstr>Addition of binary numbers</vt:lpstr>
      <vt:lpstr>Exercise</vt:lpstr>
      <vt:lpstr>Student task</vt:lpstr>
      <vt:lpstr>Negative numbers</vt:lpstr>
      <vt:lpstr>Negative numbers</vt:lpstr>
      <vt:lpstr>Negative numbers</vt:lpstr>
      <vt:lpstr>Ones’ and two’s complement</vt:lpstr>
      <vt:lpstr>Signed binary representation</vt:lpstr>
      <vt:lpstr>Negatives of negative numbers</vt:lpstr>
      <vt:lpstr>Unsigned vs signed representation</vt:lpstr>
      <vt:lpstr>Importance of number ranges</vt:lpstr>
      <vt:lpstr>Subtraction of binary numbers</vt:lpstr>
      <vt:lpstr>Exercise</vt:lpstr>
      <vt:lpstr>Student task</vt:lpstr>
      <vt:lpstr>Student task</vt:lpstr>
      <vt:lpstr>Multiplication and division of binary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839</cp:revision>
  <dcterms:modified xsi:type="dcterms:W3CDTF">2026-10-06T20:11:03Z</dcterms:modified>
</cp:coreProperties>
</file>