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  <p:sldMasterId id="2147483653" r:id="rId2"/>
  </p:sldMasterIdLst>
  <p:notesMasterIdLst>
    <p:notesMasterId r:id="rId112"/>
  </p:notesMasterIdLst>
  <p:sldIdLst>
    <p:sldId id="256" r:id="rId3"/>
    <p:sldId id="408" r:id="rId4"/>
    <p:sldId id="554" r:id="rId5"/>
    <p:sldId id="605" r:id="rId6"/>
    <p:sldId id="639" r:id="rId7"/>
    <p:sldId id="640" r:id="rId8"/>
    <p:sldId id="641" r:id="rId9"/>
    <p:sldId id="642" r:id="rId10"/>
    <p:sldId id="576" r:id="rId11"/>
    <p:sldId id="579" r:id="rId12"/>
    <p:sldId id="581" r:id="rId13"/>
    <p:sldId id="645" r:id="rId14"/>
    <p:sldId id="649" r:id="rId15"/>
    <p:sldId id="650" r:id="rId16"/>
    <p:sldId id="648" r:id="rId17"/>
    <p:sldId id="651" r:id="rId18"/>
    <p:sldId id="652" r:id="rId19"/>
    <p:sldId id="653" r:id="rId20"/>
    <p:sldId id="654" r:id="rId21"/>
    <p:sldId id="655" r:id="rId22"/>
    <p:sldId id="656" r:id="rId23"/>
    <p:sldId id="657" r:id="rId24"/>
    <p:sldId id="658" r:id="rId25"/>
    <p:sldId id="659" r:id="rId26"/>
    <p:sldId id="660" r:id="rId27"/>
    <p:sldId id="661" r:id="rId28"/>
    <p:sldId id="662" r:id="rId29"/>
    <p:sldId id="663" r:id="rId30"/>
    <p:sldId id="664" r:id="rId31"/>
    <p:sldId id="665" r:id="rId32"/>
    <p:sldId id="666" r:id="rId33"/>
    <p:sldId id="667" r:id="rId34"/>
    <p:sldId id="668" r:id="rId35"/>
    <p:sldId id="669" r:id="rId36"/>
    <p:sldId id="670" r:id="rId37"/>
    <p:sldId id="671" r:id="rId38"/>
    <p:sldId id="672" r:id="rId39"/>
    <p:sldId id="673" r:id="rId40"/>
    <p:sldId id="674" r:id="rId41"/>
    <p:sldId id="675" r:id="rId42"/>
    <p:sldId id="676" r:id="rId43"/>
    <p:sldId id="677" r:id="rId44"/>
    <p:sldId id="678" r:id="rId45"/>
    <p:sldId id="679" r:id="rId46"/>
    <p:sldId id="680" r:id="rId47"/>
    <p:sldId id="681" r:id="rId48"/>
    <p:sldId id="682" r:id="rId49"/>
    <p:sldId id="683" r:id="rId50"/>
    <p:sldId id="684" r:id="rId51"/>
    <p:sldId id="689" r:id="rId52"/>
    <p:sldId id="685" r:id="rId53"/>
    <p:sldId id="686" r:id="rId54"/>
    <p:sldId id="687" r:id="rId55"/>
    <p:sldId id="688" r:id="rId56"/>
    <p:sldId id="690" r:id="rId57"/>
    <p:sldId id="523" r:id="rId58"/>
    <p:sldId id="461" r:id="rId59"/>
    <p:sldId id="646" r:id="rId60"/>
    <p:sldId id="691" r:id="rId61"/>
    <p:sldId id="693" r:id="rId62"/>
    <p:sldId id="692" r:id="rId63"/>
    <p:sldId id="694" r:id="rId64"/>
    <p:sldId id="695" r:id="rId65"/>
    <p:sldId id="696" r:id="rId66"/>
    <p:sldId id="697" r:id="rId67"/>
    <p:sldId id="698" r:id="rId68"/>
    <p:sldId id="699" r:id="rId69"/>
    <p:sldId id="700" r:id="rId70"/>
    <p:sldId id="701" r:id="rId71"/>
    <p:sldId id="702" r:id="rId72"/>
    <p:sldId id="703" r:id="rId73"/>
    <p:sldId id="704" r:id="rId74"/>
    <p:sldId id="705" r:id="rId75"/>
    <p:sldId id="706" r:id="rId76"/>
    <p:sldId id="707" r:id="rId77"/>
    <p:sldId id="708" r:id="rId78"/>
    <p:sldId id="709" r:id="rId79"/>
    <p:sldId id="710" r:id="rId80"/>
    <p:sldId id="711" r:id="rId81"/>
    <p:sldId id="712" r:id="rId82"/>
    <p:sldId id="713" r:id="rId83"/>
    <p:sldId id="714" r:id="rId84"/>
    <p:sldId id="715" r:id="rId85"/>
    <p:sldId id="716" r:id="rId86"/>
    <p:sldId id="717" r:id="rId87"/>
    <p:sldId id="718" r:id="rId88"/>
    <p:sldId id="719" r:id="rId89"/>
    <p:sldId id="720" r:id="rId90"/>
    <p:sldId id="721" r:id="rId91"/>
    <p:sldId id="722" r:id="rId92"/>
    <p:sldId id="643" r:id="rId93"/>
    <p:sldId id="644" r:id="rId94"/>
    <p:sldId id="647" r:id="rId95"/>
    <p:sldId id="723" r:id="rId96"/>
    <p:sldId id="724" r:id="rId97"/>
    <p:sldId id="725" r:id="rId98"/>
    <p:sldId id="726" r:id="rId99"/>
    <p:sldId id="727" r:id="rId100"/>
    <p:sldId id="728" r:id="rId101"/>
    <p:sldId id="729" r:id="rId102"/>
    <p:sldId id="730" r:id="rId103"/>
    <p:sldId id="731" r:id="rId104"/>
    <p:sldId id="732" r:id="rId105"/>
    <p:sldId id="733" r:id="rId106"/>
    <p:sldId id="734" r:id="rId107"/>
    <p:sldId id="735" r:id="rId108"/>
    <p:sldId id="736" r:id="rId109"/>
    <p:sldId id="737" r:id="rId110"/>
    <p:sldId id="738" r:id="rId111"/>
  </p:sldIdLst>
  <p:sldSz cx="9144000" cy="6858000" type="screen4x3"/>
  <p:notesSz cx="7099300" cy="10234613"/>
  <p:embeddedFontLst>
    <p:embeddedFont>
      <p:font typeface="Blackadder ITC" pitchFamily="82" charset="77"/>
      <p:regular r:id="rId113"/>
    </p:embeddedFont>
    <p:embeddedFont>
      <p:font typeface="Cambria Math" panose="02040503050406030204" pitchFamily="18" charset="0"/>
      <p:regular r:id="rId114"/>
    </p:embeddedFont>
    <p:embeddedFont>
      <p:font typeface="Consolas" panose="020B0609020204030204" pitchFamily="49" charset="0"/>
      <p:regular r:id="rId115"/>
      <p:bold r:id="rId116"/>
      <p:italic r:id="rId117"/>
      <p:boldItalic r:id="rId1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3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D7CD"/>
    <a:srgbClr val="BFBFBF"/>
    <a:srgbClr val="1E90FF"/>
    <a:srgbClr val="DAE3F3"/>
    <a:srgbClr val="FCECE8"/>
    <a:srgbClr val="32CD32"/>
    <a:srgbClr val="D3242A"/>
    <a:srgbClr val="EDEDED"/>
    <a:srgbClr val="ED7D31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46DE11-F5CE-AC41-875A-34B72884EFBD}" v="1" dt="2026-01-14T17:29:20.9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2422" autoAdjust="0"/>
  </p:normalViewPr>
  <p:slideViewPr>
    <p:cSldViewPr snapToGrid="0">
      <p:cViewPr varScale="1">
        <p:scale>
          <a:sx n="130" d="100"/>
          <a:sy n="130" d="100"/>
        </p:scale>
        <p:origin x="1088" y="184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font" Target="fonts/font5.fntdata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customschemas.google.com/relationships/presentationmetadata" Target="metadata"/><Relationship Id="rId128" Type="http://schemas.microsoft.com/office/2016/11/relationships/changesInfo" Target="changesInfos/changesInfo1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font" Target="fonts/font1.fntdata"/><Relationship Id="rId118" Type="http://schemas.openxmlformats.org/officeDocument/2006/relationships/font" Target="fonts/font6.fntdata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presProps" Target="presProps.xml"/><Relationship Id="rId129" Type="http://schemas.microsoft.com/office/2015/10/relationships/revisionInfo" Target="revisionInfo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font" Target="fonts/font2.fntdata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5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font" Target="fonts/font3.fntdata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font" Target="fonts/font4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custSel modSld">
      <pc:chgData name="Ingo Frommholz" userId="ee3b4549-206f-4e4f-93a1-b7ff676f0af7" providerId="ADAL" clId="{5F8971C4-3D52-5FAB-A951-9912A46CDBB0}" dt="2026-01-14T21:58:48.341" v="206" actId="1076"/>
      <pc:docMkLst>
        <pc:docMk/>
      </pc:docMkLst>
      <pc:sldChg chg="modSp mod">
        <pc:chgData name="Ingo Frommholz" userId="ee3b4549-206f-4e4f-93a1-b7ff676f0af7" providerId="ADAL" clId="{5F8971C4-3D52-5FAB-A951-9912A46CDBB0}" dt="2026-01-14T21:58:48.341" v="206" actId="1076"/>
        <pc:sldMkLst>
          <pc:docMk/>
          <pc:sldMk cId="0" sldId="256"/>
        </pc:sldMkLst>
        <pc:spChg chg="mod">
          <ac:chgData name="Ingo Frommholz" userId="ee3b4549-206f-4e4f-93a1-b7ff676f0af7" providerId="ADAL" clId="{5F8971C4-3D52-5FAB-A951-9912A46CDBB0}" dt="2026-01-14T21:58:47.134" v="205" actId="20577"/>
          <ac:spMkLst>
            <pc:docMk/>
            <pc:sldMk cId="0" sldId="256"/>
            <ac:spMk id="80" creationId="{00000000-0000-0000-0000-000000000000}"/>
          </ac:spMkLst>
        </pc:spChg>
        <pc:picChg chg="mod">
          <ac:chgData name="Ingo Frommholz" userId="ee3b4549-206f-4e4f-93a1-b7ff676f0af7" providerId="ADAL" clId="{5F8971C4-3D52-5FAB-A951-9912A46CDBB0}" dt="2026-01-14T21:58:48.341" v="206" actId="1076"/>
          <ac:picMkLst>
            <pc:docMk/>
            <pc:sldMk cId="0" sldId="256"/>
            <ac:picMk id="78" creationId="{00000000-0000-0000-0000-000000000000}"/>
          </ac:picMkLst>
        </pc:picChg>
      </pc:sldChg>
      <pc:sldChg chg="modSp mod">
        <pc:chgData name="Ingo Frommholz" userId="ee3b4549-206f-4e4f-93a1-b7ff676f0af7" providerId="ADAL" clId="{5F8971C4-3D52-5FAB-A951-9912A46CDBB0}" dt="2026-01-14T17:22:06.383" v="47" actId="20577"/>
        <pc:sldMkLst>
          <pc:docMk/>
          <pc:sldMk cId="0" sldId="408"/>
        </pc:sldMkLst>
        <pc:spChg chg="mod">
          <ac:chgData name="Ingo Frommholz" userId="ee3b4549-206f-4e4f-93a1-b7ff676f0af7" providerId="ADAL" clId="{5F8971C4-3D52-5FAB-A951-9912A46CDBB0}" dt="2026-01-14T17:22:06.383" v="47" actId="20577"/>
          <ac:spMkLst>
            <pc:docMk/>
            <pc:sldMk cId="0" sldId="408"/>
            <ac:spMk id="5" creationId="{DD75F84A-628F-4285-8834-34B695CA3624}"/>
          </ac:spMkLst>
        </pc:spChg>
      </pc:sldChg>
      <pc:sldChg chg="modSp mod">
        <pc:chgData name="Ingo Frommholz" userId="ee3b4549-206f-4e4f-93a1-b7ff676f0af7" providerId="ADAL" clId="{5F8971C4-3D52-5FAB-A951-9912A46CDBB0}" dt="2026-01-13T20:45:23.323" v="10" actId="20577"/>
        <pc:sldMkLst>
          <pc:docMk/>
          <pc:sldMk cId="2688265821" sldId="461"/>
        </pc:sldMkLst>
        <pc:spChg chg="mod">
          <ac:chgData name="Ingo Frommholz" userId="ee3b4549-206f-4e4f-93a1-b7ff676f0af7" providerId="ADAL" clId="{5F8971C4-3D52-5FAB-A951-9912A46CDBB0}" dt="2026-01-13T20:45:23.323" v="10" actId="20577"/>
          <ac:spMkLst>
            <pc:docMk/>
            <pc:sldMk cId="2688265821" sldId="461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6-01-14T17:27:06.987" v="49" actId="114"/>
        <pc:sldMkLst>
          <pc:docMk/>
          <pc:sldMk cId="3826028489" sldId="605"/>
        </pc:sldMkLst>
        <pc:spChg chg="mod">
          <ac:chgData name="Ingo Frommholz" userId="ee3b4549-206f-4e4f-93a1-b7ff676f0af7" providerId="ADAL" clId="{5F8971C4-3D52-5FAB-A951-9912A46CDBB0}" dt="2026-01-14T17:27:06.987" v="49" actId="114"/>
          <ac:spMkLst>
            <pc:docMk/>
            <pc:sldMk cId="3826028489" sldId="605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6-01-13T20:30:23.455" v="6" actId="20577"/>
        <pc:sldMkLst>
          <pc:docMk/>
          <pc:sldMk cId="3005989916" sldId="639"/>
        </pc:sldMkLst>
        <pc:spChg chg="mod">
          <ac:chgData name="Ingo Frommholz" userId="ee3b4549-206f-4e4f-93a1-b7ff676f0af7" providerId="ADAL" clId="{5F8971C4-3D52-5FAB-A951-9912A46CDBB0}" dt="2026-01-13T20:30:23.455" v="6" actId="20577"/>
          <ac:spMkLst>
            <pc:docMk/>
            <pc:sldMk cId="3005989916" sldId="639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6-01-14T17:29:46.737" v="203" actId="20577"/>
        <pc:sldMkLst>
          <pc:docMk/>
          <pc:sldMk cId="2430858493" sldId="641"/>
        </pc:sldMkLst>
        <pc:spChg chg="mod">
          <ac:chgData name="Ingo Frommholz" userId="ee3b4549-206f-4e4f-93a1-b7ff676f0af7" providerId="ADAL" clId="{5F8971C4-3D52-5FAB-A951-9912A46CDBB0}" dt="2026-01-14T17:29:03.189" v="120" actId="20577"/>
          <ac:spMkLst>
            <pc:docMk/>
            <pc:sldMk cId="2430858493" sldId="641"/>
            <ac:spMk id="4" creationId="{92801FA6-3A28-4196-A016-9A2132C8161A}"/>
          </ac:spMkLst>
        </pc:spChg>
        <pc:spChg chg="mod">
          <ac:chgData name="Ingo Frommholz" userId="ee3b4549-206f-4e4f-93a1-b7ff676f0af7" providerId="ADAL" clId="{5F8971C4-3D52-5FAB-A951-9912A46CDBB0}" dt="2026-01-14T17:29:46.737" v="203" actId="20577"/>
          <ac:spMkLst>
            <pc:docMk/>
            <pc:sldMk cId="2430858493" sldId="641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6-01-13T20:48:34.025" v="14" actId="20577"/>
        <pc:sldMkLst>
          <pc:docMk/>
          <pc:sldMk cId="2051088431" sldId="644"/>
        </pc:sldMkLst>
        <pc:spChg chg="mod">
          <ac:chgData name="Ingo Frommholz" userId="ee3b4549-206f-4e4f-93a1-b7ff676f0af7" providerId="ADAL" clId="{5F8971C4-3D52-5FAB-A951-9912A46CDBB0}" dt="2026-01-13T20:48:34.025" v="14" actId="20577"/>
          <ac:spMkLst>
            <pc:docMk/>
            <pc:sldMk cId="2051088431" sldId="644"/>
            <ac:spMk id="4" creationId="{B1AB2DE2-BFB4-403B-9976-58C0812A00A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150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0038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206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6070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58075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2083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965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380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2422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54810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921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305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2660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25112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5576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5236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65583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89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1712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74622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59356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1296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5708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6596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56463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940727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6588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033330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6004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6678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61660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831387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799429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392598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3033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40613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14915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33522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17425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02663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69203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164703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35760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524919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341256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223789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8461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05931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14845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46698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78634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43742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210606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0143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49478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132730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834800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000359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642741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779145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560490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5513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35176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51946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99457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29088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789926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577399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97507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762583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70506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367630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7489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863702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017714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54953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844899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088863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316947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990788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87881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47958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795803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9534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41050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9037249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09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20304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6518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053644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806732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1260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665242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151341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06599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519557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52307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66071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308119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944350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03898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58684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01977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3261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108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108</a:t>
            </a:r>
          </a:p>
        </p:txBody>
      </p:sp>
    </p:spTree>
    <p:extLst>
      <p:ext uri="{BB962C8B-B14F-4D97-AF65-F5344CB8AC3E}">
        <p14:creationId xmlns:p14="http://schemas.microsoft.com/office/powerpoint/2010/main" val="213993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4758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baseline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baseline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108</a:t>
            </a:r>
          </a:p>
        </p:txBody>
      </p:sp>
    </p:spTree>
    <p:extLst>
      <p:ext uri="{BB962C8B-B14F-4D97-AF65-F5344CB8AC3E}">
        <p14:creationId xmlns:p14="http://schemas.microsoft.com/office/powerpoint/2010/main" val="1148477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Blackadder ITC" panose="04020505051007020D02" pitchFamily="82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472783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3" Type="http://schemas.openxmlformats.org/officeDocument/2006/relationships/slide" Target="slide3.xml"/><Relationship Id="rId7" Type="http://schemas.openxmlformats.org/officeDocument/2006/relationships/slide" Target="slide5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12.xml"/><Relationship Id="rId4" Type="http://schemas.openxmlformats.org/officeDocument/2006/relationships/slide" Target="slide8.xml"/><Relationship Id="rId9" Type="http://schemas.openxmlformats.org/officeDocument/2006/relationships/slide" Target="slide9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956231" y="5175674"/>
            <a:ext cx="5536308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</a:t>
            </a:r>
            <a:r>
              <a:rPr lang="en-US" sz="3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Searching and sorting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Searching – recap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Sorting – recap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Bogosort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Bubble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Selection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9" action="ppaction://hlinksldjump"/>
              </a:rPr>
              <a:t>Merge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D75F84A-628F-4285-8834-34B695CA3624}"/>
              </a:ext>
            </a:extLst>
          </p:cNvPr>
          <p:cNvSpPr txBox="1"/>
          <p:nvPr/>
        </p:nvSpPr>
        <p:spPr>
          <a:xfrm>
            <a:off x="1043482" y="4328454"/>
            <a:ext cx="70567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Some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slides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based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on Chapter 11+12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Introduction to Computation and Programming using Python (3</a:t>
            </a:r>
            <a:r>
              <a:rPr lang="en-US" sz="1800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edition)</a:t>
            </a:r>
          </a:p>
          <a:p>
            <a:pPr algn="ctr"/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and the corresponding MIT course</a:t>
            </a:r>
          </a:p>
          <a:p>
            <a:pPr algn="ctr"/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by John </a:t>
            </a:r>
            <a:r>
              <a:rPr lang="en-US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Guttag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Searching - recap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Search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2936190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Search </a:t>
            </a:r>
            <a:r>
              <a:rPr lang="de-AT" dirty="0" err="1">
                <a:ea typeface="Calibri" panose="020F0502020204030204" pitchFamily="34" charset="0"/>
              </a:rPr>
              <a:t>algorithms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are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methods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for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finding</a:t>
            </a:r>
            <a:r>
              <a:rPr lang="de-AT" dirty="0">
                <a:ea typeface="Calibri" panose="020F0502020204030204" pitchFamily="34" charset="0"/>
              </a:rPr>
              <a:t> an item (</a:t>
            </a:r>
            <a:r>
              <a:rPr lang="de-AT" dirty="0" err="1">
                <a:ea typeface="Calibri" panose="020F0502020204030204" pitchFamily="34" charset="0"/>
              </a:rPr>
              <a:t>or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group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of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items</a:t>
            </a:r>
            <a:r>
              <a:rPr lang="de-AT" dirty="0">
                <a:ea typeface="Calibri" panose="020F0502020204030204" pitchFamily="34" charset="0"/>
              </a:rPr>
              <a:t>) </a:t>
            </a:r>
            <a:r>
              <a:rPr lang="de-AT" dirty="0" err="1">
                <a:ea typeface="Calibri" panose="020F0502020204030204" pitchFamily="34" charset="0"/>
              </a:rPr>
              <a:t>with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specific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properties</a:t>
            </a:r>
            <a:r>
              <a:rPr lang="de-AT" dirty="0">
                <a:ea typeface="Calibri" panose="020F0502020204030204" pitchFamily="34" charset="0"/>
              </a:rPr>
              <a:t> in a </a:t>
            </a:r>
            <a:r>
              <a:rPr lang="de-AT" dirty="0" err="1">
                <a:ea typeface="Calibri" panose="020F0502020204030204" pitchFamily="34" charset="0"/>
              </a:rPr>
              <a:t>collection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of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items</a:t>
            </a:r>
            <a:endParaRPr lang="de-AT" dirty="0">
              <a:ea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Collection </a:t>
            </a:r>
            <a:r>
              <a:rPr lang="de-AT" dirty="0" err="1">
                <a:ea typeface="Calibri" panose="020F0502020204030204" pitchFamily="34" charset="0"/>
              </a:rPr>
              <a:t>may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be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i="1" dirty="0" err="1">
                <a:ea typeface="Calibri" panose="020F0502020204030204" pitchFamily="34" charset="0"/>
              </a:rPr>
              <a:t>implicit</a:t>
            </a:r>
            <a:endParaRPr lang="de-AT" i="1" dirty="0">
              <a:ea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E.g., find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root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Exhaustive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enumeration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Bisection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Newton‘s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Collection </a:t>
            </a:r>
            <a:r>
              <a:rPr lang="de-AT" dirty="0" err="1">
                <a:ea typeface="Calibri" panose="020F0502020204030204" pitchFamily="34" charset="0"/>
              </a:rPr>
              <a:t>may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dirty="0" err="1">
                <a:ea typeface="Calibri" panose="020F0502020204030204" pitchFamily="34" charset="0"/>
              </a:rPr>
              <a:t>be</a:t>
            </a:r>
            <a:r>
              <a:rPr lang="de-AT" dirty="0">
                <a:ea typeface="Calibri" panose="020F0502020204030204" pitchFamily="34" charset="0"/>
              </a:rPr>
              <a:t> </a:t>
            </a:r>
            <a:r>
              <a:rPr lang="de-AT" i="1" dirty="0">
                <a:ea typeface="Calibri" panose="020F0502020204030204" pitchFamily="34" charset="0"/>
              </a:rPr>
              <a:t>explicit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students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028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Search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1899870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Linear </a:t>
            </a:r>
            <a:r>
              <a:rPr lang="de-AT" dirty="0" err="1">
                <a:ea typeface="Calibri" panose="020F0502020204030204" pitchFamily="34" charset="0"/>
              </a:rPr>
              <a:t>search</a:t>
            </a:r>
            <a:endParaRPr lang="de-AT" dirty="0">
              <a:ea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Brute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ea typeface="Calibri" panose="020F0502020204030204" pitchFamily="34" charset="0"/>
              </a:rPr>
              <a:t>Binary </a:t>
            </a:r>
            <a:r>
              <a:rPr lang="de-AT" dirty="0" err="1">
                <a:ea typeface="Calibri" panose="020F0502020204030204" pitchFamily="34" charset="0"/>
              </a:rPr>
              <a:t>search</a:t>
            </a:r>
            <a:endParaRPr lang="de-AT" dirty="0">
              <a:ea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and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989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Linear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3669658"/>
                <a:ext cx="8041044" cy="432261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3669658"/>
                <a:ext cx="8041044" cy="432261"/>
              </a:xfrm>
              <a:blipFill>
                <a:blip r:embed="rId3"/>
                <a:stretch>
                  <a:fillRect t="-1831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2801FA6-3A28-4196-A016-9A2132C8161A}"/>
              </a:ext>
            </a:extLst>
          </p:cNvPr>
          <p:cNvSpPr txBox="1"/>
          <p:nvPr/>
        </p:nvSpPr>
        <p:spPr>
          <a:xfrm>
            <a:off x="645456" y="2003189"/>
            <a:ext cx="8041044" cy="15139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def search(l,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for e in l: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if e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return False</a:t>
            </a:r>
            <a:endParaRPr lang="de-DE" sz="1800" dirty="0">
              <a:latin typeface="Consolas" panose="020B0609020204030204" pitchFamily="49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1602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Binary</a:t>
            </a:r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5603753"/>
                <a:ext cx="8041044" cy="432261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func>
                      <m:func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AT" sz="1800" b="0" i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log</m:t>
                        </m:r>
                      </m:fName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func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ea typeface="Calibri" panose="020F0502020204030204" pitchFamily="34" charset="0"/>
                  </a:rPr>
                  <a:t>List </a:t>
                </a:r>
                <a:r>
                  <a:rPr lang="de-AT" dirty="0" err="1">
                    <a:ea typeface="Calibri" panose="020F0502020204030204" pitchFamily="34" charset="0"/>
                  </a:rPr>
                  <a:t>has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to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be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sorted</a:t>
                </a:r>
                <a:r>
                  <a:rPr lang="de-AT" dirty="0">
                    <a:ea typeface="Calibri" panose="020F0502020204030204" pitchFamily="34" charset="0"/>
                  </a:rPr>
                  <a:t> (</a:t>
                </a:r>
                <a:r>
                  <a:rPr lang="de-AT" dirty="0" err="1">
                    <a:ea typeface="Calibri" panose="020F0502020204030204" pitchFamily="34" charset="0"/>
                  </a:rPr>
                  <a:t>here</a:t>
                </a:r>
                <a:r>
                  <a:rPr lang="de-AT" dirty="0">
                    <a:ea typeface="Calibri" panose="020F0502020204030204" pitchFamily="34" charset="0"/>
                  </a:rPr>
                  <a:t>: </a:t>
                </a:r>
                <a:r>
                  <a:rPr lang="de-AT" dirty="0" err="1">
                    <a:ea typeface="Calibri" panose="020F0502020204030204" pitchFamily="34" charset="0"/>
                  </a:rPr>
                  <a:t>ascending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from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left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to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right</a:t>
                </a:r>
                <a:r>
                  <a:rPr lang="de-AT" dirty="0">
                    <a:ea typeface="Calibri" panose="020F0502020204030204" pitchFamily="34" charset="0"/>
                  </a:rPr>
                  <a:t>)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5603753"/>
                <a:ext cx="8041044" cy="432261"/>
              </a:xfrm>
              <a:blipFill>
                <a:blip r:embed="rId3"/>
                <a:stretch>
                  <a:fillRect t="-17143" b="-57143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2801FA6-3A28-4196-A016-9A2132C8161A}"/>
              </a:ext>
            </a:extLst>
          </p:cNvPr>
          <p:cNvSpPr txBox="1"/>
          <p:nvPr/>
        </p:nvSpPr>
        <p:spPr>
          <a:xfrm>
            <a:off x="645456" y="1886269"/>
            <a:ext cx="8041044" cy="353362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low = 0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high =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(l)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while low &lt;= high: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mid = low + (high - low)//2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if l[mid]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elif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l[mid] &lt;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low = mid + 1  # continue with right half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else: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high = mid – 1 # continue with left half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return False</a:t>
            </a:r>
            <a:endParaRPr lang="de-DE" sz="1800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0858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Sorting - recap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27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/>
              </p:cNvSpPr>
              <p:nvPr/>
            </p:nvSpPr>
            <p:spPr>
              <a:xfrm>
                <a:off x="456900" y="1810582"/>
                <a:ext cx="8229600" cy="158040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Definition 1: Sorting </a:t>
                </a: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problem.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Input: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sequence of </a:t>
                </a:r>
                <a14:m>
                  <m:oMath xmlns:m="http://schemas.openxmlformats.org/officeDocument/2006/math"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𝑛</m:t>
                    </m:r>
                  </m:oMath>
                </a14:m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numbers 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1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2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…,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.</m:t>
                    </m:r>
                  </m:oMath>
                </a14:m>
                <a:endPara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lvl="0" indent="0">
                  <a:spcBef>
                    <a:spcPts val="640"/>
                  </a:spcBef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Output: </a:t>
                </a: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permutation (reordering)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 …,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of the input sequence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de-AT" sz="18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…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00" y="1810582"/>
                <a:ext cx="8229600" cy="1580400"/>
              </a:xfrm>
              <a:prstGeom prst="rect">
                <a:avLst/>
              </a:prstGeom>
              <a:blipFill>
                <a:blip r:embed="rId3"/>
                <a:stretch>
                  <a:fillRect l="-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2">
            <a:extLst>
              <a:ext uri="{FF2B5EF4-FFF2-40B4-BE49-F238E27FC236}">
                <a16:creationId xmlns:a16="http://schemas.microsoft.com/office/drawing/2014/main" id="{32B58B8C-6B9B-418E-AEAC-84A1081DDCE0}"/>
              </a:ext>
            </a:extLst>
          </p:cNvPr>
          <p:cNvSpPr txBox="1"/>
          <p:nvPr/>
        </p:nvSpPr>
        <p:spPr>
          <a:xfrm>
            <a:off x="456900" y="3723382"/>
            <a:ext cx="82296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1: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Given an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(31, 41, 59, 26, 41, 58),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(26, 31, 41, 41, 58, 59)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6900" y="4472451"/>
            <a:ext cx="8229300" cy="124373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fundamental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science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intermediate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algorithms</a:t>
            </a:r>
            <a:endParaRPr lang="de-AT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455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932422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Insertion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a deck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pick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space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insert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position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2B6371B-578A-4E1C-A49C-68E97BB7C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841" y="3919665"/>
            <a:ext cx="3163830" cy="238658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0455014-D33F-4281-892C-A3CA3ED3BAF0}"/>
              </a:ext>
            </a:extLst>
          </p:cNvPr>
          <p:cNvSpPr txBox="1"/>
          <p:nvPr/>
        </p:nvSpPr>
        <p:spPr>
          <a:xfrm>
            <a:off x="1836966" y="6242400"/>
            <a:ext cx="54697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https://www.linux-magazine.com/Issues/2020/233/Sorted/%28offset%29/3</a:t>
            </a:r>
          </a:p>
        </p:txBody>
      </p:sp>
    </p:spTree>
    <p:extLst>
      <p:ext uri="{BB962C8B-B14F-4D97-AF65-F5344CB8AC3E}">
        <p14:creationId xmlns:p14="http://schemas.microsoft.com/office/powerpoint/2010/main" val="772765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4811273"/>
                <a:ext cx="8041044" cy="432261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4811273"/>
                <a:ext cx="8041044" cy="432261"/>
              </a:xfrm>
              <a:blipFill>
                <a:blip r:embed="rId3"/>
                <a:stretch>
                  <a:fillRect t="-1831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4770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 err="1">
                <a:latin typeface="Calibri" panose="020F0502020204030204" pitchFamily="34" charset="0"/>
                <a:cs typeface="Calibri" panose="020F0502020204030204" pitchFamily="34" charset="0"/>
              </a:rPr>
              <a:t>Bogosort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386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Bogosort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932422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Also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monkey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stupid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permutation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</a:t>
            </a: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a deck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cards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Throw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air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Pick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up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Check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whether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they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Repeat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if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not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sorted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6569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Bogosort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114480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bogo_sort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while not </a:t>
            </a:r>
            <a:r>
              <a:rPr lang="en-US" sz="1800" spc="-1" dirty="0" err="1">
                <a:latin typeface="Consolas" panose="020B0609020204030204" pitchFamily="49" charset="0"/>
              </a:rPr>
              <a:t>is_sorted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random.shuffle</a:t>
            </a:r>
            <a:r>
              <a:rPr lang="en-US" sz="1800" spc="-1" dirty="0">
                <a:latin typeface="Consolas" panose="020B0609020204030204" pitchFamily="49" charset="0"/>
              </a:rPr>
              <a:t>(l)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645456" y="2688274"/>
                <a:ext cx="8041044" cy="1581575"/>
              </a:xfrm>
            </p:spPr>
            <p:txBody>
              <a:bodyPr anchor="t"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Best-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check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Worst-case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track on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permutations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checked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⋅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!</m:t>
                        </m:r>
                      </m:e>
                    </m:d>
                  </m:oMath>
                </a14:m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Worst-case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not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track on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permutations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checked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Unbounded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unlucky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Textplatzhalter 2">
                <a:extLst>
                  <a:ext uri="{FF2B5EF4-FFF2-40B4-BE49-F238E27FC236}">
                    <a16:creationId xmlns:a16="http://schemas.microsoft.com/office/drawing/2014/main" id="{D9563D5D-CF80-4478-8DE2-F2CE9787F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45456" y="2688274"/>
                <a:ext cx="8041044" cy="1581575"/>
              </a:xfrm>
              <a:blipFill>
                <a:blip r:embed="rId3"/>
                <a:stretch>
                  <a:fillRect t="-501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1738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818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932422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consecutive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pairs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Swap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pairs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such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such pass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through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reached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again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swaps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925044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55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95310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9AF23A0B-0874-4F8A-94EA-6F6B7E4F191E}"/>
              </a:ext>
            </a:extLst>
          </p:cNvPr>
          <p:cNvSpPr/>
          <p:nvPr/>
        </p:nvSpPr>
        <p:spPr>
          <a:xfrm flipH="1">
            <a:off x="1908000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303A02-9B83-4302-813D-5047AC6353F5}"/>
              </a:ext>
            </a:extLst>
          </p:cNvPr>
          <p:cNvSpPr/>
          <p:nvPr/>
        </p:nvSpPr>
        <p:spPr>
          <a:xfrm>
            <a:off x="234740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5964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046174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D405FCCB-9091-4222-8E7F-39EB5C4229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2665200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689981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782BDC51-566B-4593-8165-33F4223C72F4}"/>
              </a:ext>
            </a:extLst>
          </p:cNvPr>
          <p:cNvSpPr/>
          <p:nvPr/>
        </p:nvSpPr>
        <p:spPr>
          <a:xfrm flipH="1">
            <a:off x="2941667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B3B4E8-1718-4909-9EF6-AEBFCC087E2D}"/>
              </a:ext>
            </a:extLst>
          </p:cNvPr>
          <p:cNvSpPr/>
          <p:nvPr/>
        </p:nvSpPr>
        <p:spPr>
          <a:xfrm>
            <a:off x="3381072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3B08F2B-60DF-4EE0-937F-1E77E6EF6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2714872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155860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1492C14-10A3-455B-BCFA-25E72D44F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3525586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826320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B3B4E8-1718-4909-9EF6-AEBFCC087E2D}"/>
              </a:ext>
            </a:extLst>
          </p:cNvPr>
          <p:cNvSpPr/>
          <p:nvPr/>
        </p:nvSpPr>
        <p:spPr>
          <a:xfrm>
            <a:off x="449425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9817046-7D8D-40F6-B150-72E3B9CFADEE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988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10707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DB3B4E8-1718-4909-9EF6-AEBFCC087E2D}"/>
              </a:ext>
            </a:extLst>
          </p:cNvPr>
          <p:cNvSpPr/>
          <p:nvPr/>
        </p:nvSpPr>
        <p:spPr>
          <a:xfrm>
            <a:off x="5329139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6B29F118-0528-495D-8CCD-06974CC529B5}"/>
              </a:ext>
            </a:extLst>
          </p:cNvPr>
          <p:cNvSpPr/>
          <p:nvPr/>
        </p:nvSpPr>
        <p:spPr>
          <a:xfrm flipH="1">
            <a:off x="4969251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1A274539-B23A-4D7F-92BC-BF8D7BF71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192207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1462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4A05752-0C07-415E-A4ED-241CBCB4D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14799389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02710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F22BAA4D-014B-433B-A69E-B17CE13E3A24}"/>
              </a:ext>
            </a:extLst>
          </p:cNvPr>
          <p:cNvSpPr/>
          <p:nvPr/>
        </p:nvSpPr>
        <p:spPr>
          <a:xfrm>
            <a:off x="641846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32881A1C-6FFC-4280-988A-639B8AFF97A9}"/>
              </a:ext>
            </a:extLst>
          </p:cNvPr>
          <p:cNvSpPr/>
          <p:nvPr/>
        </p:nvSpPr>
        <p:spPr>
          <a:xfrm flipH="1">
            <a:off x="6058577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E2259613-759A-4577-B2F8-4F5B4B5AB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2397336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40198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E2940C66-E7AB-43EB-8459-0D8AD0906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</p:spTree>
    <p:extLst>
      <p:ext uri="{BB962C8B-B14F-4D97-AF65-F5344CB8AC3E}">
        <p14:creationId xmlns:p14="http://schemas.microsoft.com/office/powerpoint/2010/main" val="673905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88734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Textplatzhalter 2">
            <a:extLst>
              <a:ext uri="{FF2B5EF4-FFF2-40B4-BE49-F238E27FC236}">
                <a16:creationId xmlns:a16="http://schemas.microsoft.com/office/drawing/2014/main" id="{36C1A7E1-EF1A-43AD-8D9D-C29B15207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7928681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69277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0EA1D8B9-DE38-4B5B-AA2F-B07C3BAEC1A9}"/>
              </a:ext>
            </a:extLst>
          </p:cNvPr>
          <p:cNvSpPr/>
          <p:nvPr/>
        </p:nvSpPr>
        <p:spPr>
          <a:xfrm>
            <a:off x="234740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26E18BA9-1FED-4BE7-9F5A-E5D89DD28B13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110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14910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0EA1D8B9-DE38-4B5B-AA2F-B07C3BAEC1A9}"/>
              </a:ext>
            </a:extLst>
          </p:cNvPr>
          <p:cNvSpPr/>
          <p:nvPr/>
        </p:nvSpPr>
        <p:spPr>
          <a:xfrm>
            <a:off x="3373126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7425357E-6408-453F-BB85-BB184A256C7A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1456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85528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0EA1D8B9-DE38-4B5B-AA2F-B07C3BAEC1A9}"/>
              </a:ext>
            </a:extLst>
          </p:cNvPr>
          <p:cNvSpPr/>
          <p:nvPr/>
        </p:nvSpPr>
        <p:spPr>
          <a:xfrm>
            <a:off x="4295475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C99D78E-EE00-4D3F-85C3-0F904613690B}"/>
              </a:ext>
            </a:extLst>
          </p:cNvPr>
          <p:cNvSpPr/>
          <p:nvPr/>
        </p:nvSpPr>
        <p:spPr>
          <a:xfrm flipH="1">
            <a:off x="3856070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0639D647-CBB1-4F22-ACE7-449D0E7A3106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93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6804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99E7826D-DED8-483B-9C34-FAA72ED2DC38}"/>
              </a:ext>
            </a:extLst>
          </p:cNvPr>
          <p:cNvSpPr txBox="1">
            <a:spLocks/>
          </p:cNvSpPr>
          <p:nvPr/>
        </p:nvSpPr>
        <p:spPr>
          <a:xfrm>
            <a:off x="457200" y="1653135"/>
            <a:ext cx="8229300" cy="50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291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82213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535F65FC-E0D3-4A91-A491-1C10E937077A}"/>
              </a:ext>
            </a:extLst>
          </p:cNvPr>
          <p:cNvSpPr/>
          <p:nvPr/>
        </p:nvSpPr>
        <p:spPr>
          <a:xfrm>
            <a:off x="5400706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099C03E-9493-4A2F-9D6E-1710F2544C3C}"/>
              </a:ext>
            </a:extLst>
          </p:cNvPr>
          <p:cNvSpPr/>
          <p:nvPr/>
        </p:nvSpPr>
        <p:spPr>
          <a:xfrm flipH="1">
            <a:off x="4961301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10594A0-9644-4F7A-A166-BB2EFC366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33356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95561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9" name="Textplatzhalter 2">
            <a:extLst>
              <a:ext uri="{FF2B5EF4-FFF2-40B4-BE49-F238E27FC236}">
                <a16:creationId xmlns:a16="http://schemas.microsoft.com/office/drawing/2014/main" id="{B527EE16-CA1B-4ADE-AD05-350C02618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26371859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39322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94F4B3AC-8D96-4F29-8514-6B9DFE8E4DA4}"/>
              </a:ext>
            </a:extLst>
          </p:cNvPr>
          <p:cNvSpPr/>
          <p:nvPr/>
        </p:nvSpPr>
        <p:spPr>
          <a:xfrm>
            <a:off x="6386666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0688A9-8E1A-4971-9BE9-0C41045E0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</p:spTree>
    <p:extLst>
      <p:ext uri="{BB962C8B-B14F-4D97-AF65-F5344CB8AC3E}">
        <p14:creationId xmlns:p14="http://schemas.microsoft.com/office/powerpoint/2010/main" val="937381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61117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</p:spTree>
    <p:extLst>
      <p:ext uri="{BB962C8B-B14F-4D97-AF65-F5344CB8AC3E}">
        <p14:creationId xmlns:p14="http://schemas.microsoft.com/office/powerpoint/2010/main" val="3120011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08634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FB0B0CF-7E2A-4E81-8A95-6BE3F7AF077D}"/>
              </a:ext>
            </a:extLst>
          </p:cNvPr>
          <p:cNvSpPr/>
          <p:nvPr/>
        </p:nvSpPr>
        <p:spPr>
          <a:xfrm>
            <a:off x="2275844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328628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001302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FB0B0CF-7E2A-4E81-8A95-6BE3F7AF077D}"/>
              </a:ext>
            </a:extLst>
          </p:cNvPr>
          <p:cNvSpPr/>
          <p:nvPr/>
        </p:nvSpPr>
        <p:spPr>
          <a:xfrm>
            <a:off x="336517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CBAD1699-EB76-423B-BD33-DE679D015440}"/>
              </a:ext>
            </a:extLst>
          </p:cNvPr>
          <p:cNvSpPr/>
          <p:nvPr/>
        </p:nvSpPr>
        <p:spPr>
          <a:xfrm flipH="1">
            <a:off x="2925765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33065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060071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</p:spTree>
    <p:extLst>
      <p:ext uri="{BB962C8B-B14F-4D97-AF65-F5344CB8AC3E}">
        <p14:creationId xmlns:p14="http://schemas.microsoft.com/office/powerpoint/2010/main" val="34097664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41285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F4DD3051-3C67-478A-ADA1-4A67CBD148B5}"/>
              </a:ext>
            </a:extLst>
          </p:cNvPr>
          <p:cNvSpPr/>
          <p:nvPr/>
        </p:nvSpPr>
        <p:spPr>
          <a:xfrm>
            <a:off x="4446548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47507F25-7E0D-4A89-ADD8-BA0E9D2BEF65}"/>
              </a:ext>
            </a:extLst>
          </p:cNvPr>
          <p:cNvSpPr/>
          <p:nvPr/>
        </p:nvSpPr>
        <p:spPr>
          <a:xfrm flipH="1">
            <a:off x="4007140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50866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80205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</p:spTree>
    <p:extLst>
      <p:ext uri="{BB962C8B-B14F-4D97-AF65-F5344CB8AC3E}">
        <p14:creationId xmlns:p14="http://schemas.microsoft.com/office/powerpoint/2010/main" val="29905940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17590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5F5AB17-AADB-4347-B43A-3C3CF0218F0E}"/>
              </a:ext>
            </a:extLst>
          </p:cNvPr>
          <p:cNvSpPr/>
          <p:nvPr/>
        </p:nvSpPr>
        <p:spPr>
          <a:xfrm>
            <a:off x="5345044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0665436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728564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5F5AB17-AADB-4347-B43A-3C3CF0218F0E}"/>
              </a:ext>
            </a:extLst>
          </p:cNvPr>
          <p:cNvSpPr/>
          <p:nvPr/>
        </p:nvSpPr>
        <p:spPr>
          <a:xfrm>
            <a:off x="638666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1850889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692699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</p:spTree>
    <p:extLst>
      <p:ext uri="{BB962C8B-B14F-4D97-AF65-F5344CB8AC3E}">
        <p14:creationId xmlns:p14="http://schemas.microsoft.com/office/powerpoint/2010/main" val="3569283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21119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6C07971-35E6-4217-9E94-E1598606931E}"/>
              </a:ext>
            </a:extLst>
          </p:cNvPr>
          <p:cNvSpPr/>
          <p:nvPr/>
        </p:nvSpPr>
        <p:spPr>
          <a:xfrm>
            <a:off x="2323553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5D467771-2C5A-4C05-88E2-627826004134}"/>
              </a:ext>
            </a:extLst>
          </p:cNvPr>
          <p:cNvSpPr/>
          <p:nvPr/>
        </p:nvSpPr>
        <p:spPr>
          <a:xfrm flipH="1">
            <a:off x="1884145" y="4558943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1721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412842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</p:spTree>
    <p:extLst>
      <p:ext uri="{BB962C8B-B14F-4D97-AF65-F5344CB8AC3E}">
        <p14:creationId xmlns:p14="http://schemas.microsoft.com/office/powerpoint/2010/main" val="39196324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431717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3404927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664849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696437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4343181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144465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904636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5376850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986123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173151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6402569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8810633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248232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</p:spTree>
    <p:extLst>
      <p:ext uri="{BB962C8B-B14F-4D97-AF65-F5344CB8AC3E}">
        <p14:creationId xmlns:p14="http://schemas.microsoft.com/office/powerpoint/2010/main" val="41359576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731353"/>
              </p:ext>
            </p:extLst>
          </p:nvPr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0339090-950D-45C8-9C79-14BC6BB3434B}"/>
              </a:ext>
            </a:extLst>
          </p:cNvPr>
          <p:cNvSpPr/>
          <p:nvPr/>
        </p:nvSpPr>
        <p:spPr>
          <a:xfrm>
            <a:off x="2275840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263806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3404927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609331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4343181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9950890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5376850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352737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63054" y="3820292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73973E1-FE9F-4CEF-8FA1-5F04157DB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4EF69B1C-5B3B-4D8B-8738-9B981733D391}"/>
              </a:ext>
            </a:extLst>
          </p:cNvPr>
          <p:cNvSpPr/>
          <p:nvPr/>
        </p:nvSpPr>
        <p:spPr>
          <a:xfrm>
            <a:off x="6402569" y="455894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518853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Bubble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34768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worst-case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passes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pass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comparisons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Altogether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⋅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you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think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some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optimizations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pass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stop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at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−1</m:t>
                        </m:r>
                      </m:e>
                    </m:d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could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index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last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swap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stop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after last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stop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However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optimizations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complexity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still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3476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2863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 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Implement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bubble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0468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2807547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 pass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Swap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index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0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subsequent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remaining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sublist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Swap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Iterate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1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−1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portion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bigger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4"/>
                <a:ext cx="8229300" cy="2807547"/>
              </a:xfrm>
              <a:blipFill>
                <a:blip r:embed="rId3"/>
                <a:stretch>
                  <a:fillRect t="-1735" b="-390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632898"/>
              </p:ext>
            </p:extLst>
          </p:nvPr>
        </p:nvGraphicFramePr>
        <p:xfrm>
          <a:off x="1655103" y="4631325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944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44959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94576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899848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2244036" y="5374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409432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764373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3293609" y="5366929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89660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042133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3293609" y="5358978"/>
            <a:ext cx="1930398" cy="501134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430585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16710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70394C26-DCDF-46B4-9B54-CAA822B2ED94}"/>
              </a:ext>
            </a:extLst>
          </p:cNvPr>
          <p:cNvSpPr/>
          <p:nvPr/>
        </p:nvSpPr>
        <p:spPr>
          <a:xfrm>
            <a:off x="3293608" y="5358977"/>
            <a:ext cx="2995873" cy="74167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8364295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50324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74D3213-7A3E-40D3-AA6B-771E63E208CA}"/>
              </a:ext>
            </a:extLst>
          </p:cNvPr>
          <p:cNvSpPr/>
          <p:nvPr/>
        </p:nvSpPr>
        <p:spPr>
          <a:xfrm>
            <a:off x="6378716" y="5366929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4034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89528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BF2403EB-1434-4AFB-83F9-7935FC6C29CD}"/>
              </a:ext>
            </a:extLst>
          </p:cNvPr>
          <p:cNvSpPr/>
          <p:nvPr/>
        </p:nvSpPr>
        <p:spPr>
          <a:xfrm flipH="1">
            <a:off x="2234316" y="5366929"/>
            <a:ext cx="3871133" cy="74168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870695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808158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183460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978208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67015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6621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9828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92066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2584410-5D39-4FCF-8F2E-419881FC9C64}"/>
              </a:ext>
            </a:extLst>
          </p:cNvPr>
          <p:cNvSpPr/>
          <p:nvPr/>
        </p:nvSpPr>
        <p:spPr>
          <a:xfrm>
            <a:off x="3333365" y="5374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386288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304684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F816F039-751D-4AE0-9207-5DC388CF8D01}"/>
              </a:ext>
            </a:extLst>
          </p:cNvPr>
          <p:cNvSpPr/>
          <p:nvPr/>
        </p:nvSpPr>
        <p:spPr>
          <a:xfrm>
            <a:off x="3293609" y="5358978"/>
            <a:ext cx="1930398" cy="501134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623728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869106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61521F23-FEE2-4C52-A9F7-65BA8DDD07F3}"/>
              </a:ext>
            </a:extLst>
          </p:cNvPr>
          <p:cNvSpPr/>
          <p:nvPr/>
        </p:nvSpPr>
        <p:spPr>
          <a:xfrm>
            <a:off x="3293608" y="5358977"/>
            <a:ext cx="2995873" cy="74167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218473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1199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61521F23-FEE2-4C52-A9F7-65BA8DDD07F3}"/>
              </a:ext>
            </a:extLst>
          </p:cNvPr>
          <p:cNvSpPr/>
          <p:nvPr/>
        </p:nvSpPr>
        <p:spPr>
          <a:xfrm>
            <a:off x="3293608" y="5351026"/>
            <a:ext cx="4005689" cy="922553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94878657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672324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29902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5206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838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19478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34B28E04-1296-4C2C-9F66-868633946912}"/>
              </a:ext>
            </a:extLst>
          </p:cNvPr>
          <p:cNvSpPr/>
          <p:nvPr/>
        </p:nvSpPr>
        <p:spPr>
          <a:xfrm>
            <a:off x="4311377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03692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01810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260E7B77-F0D6-4676-A9A4-170CC2EE5F06}"/>
              </a:ext>
            </a:extLst>
          </p:cNvPr>
          <p:cNvSpPr/>
          <p:nvPr/>
        </p:nvSpPr>
        <p:spPr>
          <a:xfrm>
            <a:off x="4311375" y="5343076"/>
            <a:ext cx="1930398" cy="501134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226796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084729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1669AEC0-5942-43A2-837A-563FBD4691C3}"/>
              </a:ext>
            </a:extLst>
          </p:cNvPr>
          <p:cNvSpPr/>
          <p:nvPr/>
        </p:nvSpPr>
        <p:spPr>
          <a:xfrm>
            <a:off x="4239816" y="5358977"/>
            <a:ext cx="2995873" cy="741679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483998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08108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84179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AFAD99EB-6FD2-41DF-A4AE-C14B56450795}"/>
              </a:ext>
            </a:extLst>
          </p:cNvPr>
          <p:cNvSpPr/>
          <p:nvPr/>
        </p:nvSpPr>
        <p:spPr>
          <a:xfrm flipH="1">
            <a:off x="4222141" y="5366929"/>
            <a:ext cx="3044197" cy="54884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3074723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Third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729115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8440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22370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49071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993344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01E302E-DD8F-4C1D-8025-5EE896B3CB78}"/>
              </a:ext>
            </a:extLst>
          </p:cNvPr>
          <p:cNvSpPr/>
          <p:nvPr/>
        </p:nvSpPr>
        <p:spPr>
          <a:xfrm>
            <a:off x="5249631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29347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04065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201E302E-DD8F-4C1D-8025-5EE896B3CB78}"/>
              </a:ext>
            </a:extLst>
          </p:cNvPr>
          <p:cNvSpPr/>
          <p:nvPr/>
        </p:nvSpPr>
        <p:spPr>
          <a:xfrm>
            <a:off x="6394614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8841514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6620953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887164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6B898117-090E-4F91-909D-D8BD4D7939B9}"/>
              </a:ext>
            </a:extLst>
          </p:cNvPr>
          <p:cNvSpPr/>
          <p:nvPr/>
        </p:nvSpPr>
        <p:spPr>
          <a:xfrm flipH="1">
            <a:off x="5247859" y="5366930"/>
            <a:ext cx="2018477" cy="405718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596086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614657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28936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008492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58667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50391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Fifth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pass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797311"/>
              </p:ext>
            </p:extLst>
          </p:nvPr>
        </p:nvGraphicFramePr>
        <p:xfrm>
          <a:off x="1656000" y="4633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1E9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D150CC47-6A22-4A58-87A6-70AC029796AC}"/>
              </a:ext>
            </a:extLst>
          </p:cNvPr>
          <p:cNvSpPr/>
          <p:nvPr/>
        </p:nvSpPr>
        <p:spPr>
          <a:xfrm>
            <a:off x="6402571" y="5358978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58766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1503533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pass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find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minimum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Altogether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make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passes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⋅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sSup>
                      <m:sSup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150353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501898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8299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</a:t>
            </a: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Implement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selection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108843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14412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177586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approach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break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(divide)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easier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original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Finally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Obtaining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original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subproblems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recursively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019963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5"/>
            <a:ext cx="8229300" cy="281549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1,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already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(Base </a:t>
            </a:r>
            <a:r>
              <a:rPr lang="de-AT" sz="1800" b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AT" sz="1800" b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Split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sublists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Look at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71650" lvl="3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Move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just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495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split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half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until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sublists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643D5E2-E602-4991-8DEA-2B875FA4290C}"/>
              </a:ext>
            </a:extLst>
          </p:cNvPr>
          <p:cNvSpPr/>
          <p:nvPr/>
        </p:nvSpPr>
        <p:spPr>
          <a:xfrm>
            <a:off x="7664385" y="2279212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1FC5683-B503-4E38-A714-D958D82A3830}"/>
              </a:ext>
            </a:extLst>
          </p:cNvPr>
          <p:cNvSpPr/>
          <p:nvPr/>
        </p:nvSpPr>
        <p:spPr>
          <a:xfrm>
            <a:off x="83488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257DA9D-FEAF-4E60-A46D-82105C2B8928}"/>
              </a:ext>
            </a:extLst>
          </p:cNvPr>
          <p:cNvSpPr/>
          <p:nvPr/>
        </p:nvSpPr>
        <p:spPr>
          <a:xfrm>
            <a:off x="2504661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D271B8A-C895-43C2-9EE3-9F77041DC7AB}"/>
              </a:ext>
            </a:extLst>
          </p:cNvPr>
          <p:cNvSpPr/>
          <p:nvPr/>
        </p:nvSpPr>
        <p:spPr>
          <a:xfrm>
            <a:off x="4166483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9F84C66-186F-4035-8BDA-FB6045D43AA9}"/>
              </a:ext>
            </a:extLst>
          </p:cNvPr>
          <p:cNvSpPr/>
          <p:nvPr/>
        </p:nvSpPr>
        <p:spPr>
          <a:xfrm>
            <a:off x="583625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230310D-C53A-45B3-A4D9-1DD1CEB12E09}"/>
              </a:ext>
            </a:extLst>
          </p:cNvPr>
          <p:cNvSpPr/>
          <p:nvPr/>
        </p:nvSpPr>
        <p:spPr>
          <a:xfrm>
            <a:off x="7664384" y="3068743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488790D-8014-42F0-B0A8-4FC58F397C04}"/>
              </a:ext>
            </a:extLst>
          </p:cNvPr>
          <p:cNvSpPr/>
          <p:nvPr/>
        </p:nvSpPr>
        <p:spPr>
          <a:xfrm>
            <a:off x="7664384" y="3787472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890B66-293F-4A74-9788-3BC298FB91BC}"/>
              </a:ext>
            </a:extLst>
          </p:cNvPr>
          <p:cNvSpPr/>
          <p:nvPr/>
        </p:nvSpPr>
        <p:spPr>
          <a:xfrm>
            <a:off x="834886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5C5229C-669B-4387-A5E0-362520219CEF}"/>
              </a:ext>
            </a:extLst>
          </p:cNvPr>
          <p:cNvSpPr/>
          <p:nvPr/>
        </p:nvSpPr>
        <p:spPr>
          <a:xfrm>
            <a:off x="170157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E9E043-08C1-4C7A-BF86-5471AD8FCAE6}"/>
              </a:ext>
            </a:extLst>
          </p:cNvPr>
          <p:cNvSpPr/>
          <p:nvPr/>
        </p:nvSpPr>
        <p:spPr>
          <a:xfrm>
            <a:off x="250465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6255160-FDE6-4C62-8AFC-E26D4B3B28B3}"/>
              </a:ext>
            </a:extLst>
          </p:cNvPr>
          <p:cNvSpPr/>
          <p:nvPr/>
        </p:nvSpPr>
        <p:spPr>
          <a:xfrm>
            <a:off x="3371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C69FCC9-FA2C-403E-AE89-EA31BA4E8A3C}"/>
              </a:ext>
            </a:extLst>
          </p:cNvPr>
          <p:cNvSpPr/>
          <p:nvPr/>
        </p:nvSpPr>
        <p:spPr>
          <a:xfrm>
            <a:off x="416648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D6314FB-C131-42D1-9F31-E050B2EB8158}"/>
              </a:ext>
            </a:extLst>
          </p:cNvPr>
          <p:cNvSpPr/>
          <p:nvPr/>
        </p:nvSpPr>
        <p:spPr>
          <a:xfrm>
            <a:off x="5033178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DC38D6-D68C-4661-8CCA-B68AD5E271CE}"/>
              </a:ext>
            </a:extLst>
          </p:cNvPr>
          <p:cNvSpPr/>
          <p:nvPr/>
        </p:nvSpPr>
        <p:spPr>
          <a:xfrm>
            <a:off x="5820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4BB3472-2B66-4320-A524-FB6DA1B4F3A1}"/>
              </a:ext>
            </a:extLst>
          </p:cNvPr>
          <p:cNvSpPr/>
          <p:nvPr/>
        </p:nvSpPr>
        <p:spPr>
          <a:xfrm>
            <a:off x="668704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8707420-8BD1-4AEE-B7D8-21111A13D4F7}"/>
              </a:ext>
            </a:extLst>
          </p:cNvPr>
          <p:cNvSpPr/>
          <p:nvPr/>
        </p:nvSpPr>
        <p:spPr>
          <a:xfrm>
            <a:off x="834885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8398E182-1B6B-42D0-8A8B-F928479A6ACA}"/>
              </a:ext>
            </a:extLst>
          </p:cNvPr>
          <p:cNvSpPr/>
          <p:nvPr/>
        </p:nvSpPr>
        <p:spPr>
          <a:xfrm>
            <a:off x="1232452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70D986E-9C80-4711-BD55-B3FAA79DF5EF}"/>
              </a:ext>
            </a:extLst>
          </p:cNvPr>
          <p:cNvSpPr/>
          <p:nvPr/>
        </p:nvSpPr>
        <p:spPr>
          <a:xfrm>
            <a:off x="1701579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91911188-CF6F-45D7-9F7D-FF0F9C009FED}"/>
              </a:ext>
            </a:extLst>
          </p:cNvPr>
          <p:cNvSpPr/>
          <p:nvPr/>
        </p:nvSpPr>
        <p:spPr>
          <a:xfrm>
            <a:off x="2099146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1B04322-69B0-467F-93C2-2BF507B40FA1}"/>
              </a:ext>
            </a:extLst>
          </p:cNvPr>
          <p:cNvSpPr/>
          <p:nvPr/>
        </p:nvSpPr>
        <p:spPr>
          <a:xfrm>
            <a:off x="2504659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99C3911-74CF-4344-A25A-5CA863B9E7AF}"/>
              </a:ext>
            </a:extLst>
          </p:cNvPr>
          <p:cNvSpPr/>
          <p:nvPr/>
        </p:nvSpPr>
        <p:spPr>
          <a:xfrm>
            <a:off x="2902226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41A26354-0538-491D-B08D-7ECB11EE4085}"/>
              </a:ext>
            </a:extLst>
          </p:cNvPr>
          <p:cNvSpPr/>
          <p:nvPr/>
        </p:nvSpPr>
        <p:spPr>
          <a:xfrm>
            <a:off x="3371352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F4E7AE6A-65F8-4D90-A442-1288E5250578}"/>
              </a:ext>
            </a:extLst>
          </p:cNvPr>
          <p:cNvSpPr/>
          <p:nvPr/>
        </p:nvSpPr>
        <p:spPr>
          <a:xfrm>
            <a:off x="3768919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F43C8AD-396A-4310-B3AD-9D761C31C7EF}"/>
              </a:ext>
            </a:extLst>
          </p:cNvPr>
          <p:cNvSpPr/>
          <p:nvPr/>
        </p:nvSpPr>
        <p:spPr>
          <a:xfrm>
            <a:off x="4166483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1DF740B-C424-4A9C-BFFA-DDC0BBF3A2CC}"/>
              </a:ext>
            </a:extLst>
          </p:cNvPr>
          <p:cNvSpPr/>
          <p:nvPr/>
        </p:nvSpPr>
        <p:spPr>
          <a:xfrm>
            <a:off x="4564050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2ECCD3-A34D-4C78-ABFA-BFF7A5AA911C}"/>
              </a:ext>
            </a:extLst>
          </p:cNvPr>
          <p:cNvSpPr/>
          <p:nvPr/>
        </p:nvSpPr>
        <p:spPr>
          <a:xfrm>
            <a:off x="5033176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C8ABD35-0EFF-4BC4-8784-A07DA7A7C187}"/>
              </a:ext>
            </a:extLst>
          </p:cNvPr>
          <p:cNvSpPr/>
          <p:nvPr/>
        </p:nvSpPr>
        <p:spPr>
          <a:xfrm>
            <a:off x="5430743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8975165-337D-47E7-8F99-873A4C94E53F}"/>
              </a:ext>
            </a:extLst>
          </p:cNvPr>
          <p:cNvSpPr/>
          <p:nvPr/>
        </p:nvSpPr>
        <p:spPr>
          <a:xfrm>
            <a:off x="5836257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21ADBEC-88FA-4D12-A943-9A312711EE5F}"/>
              </a:ext>
            </a:extLst>
          </p:cNvPr>
          <p:cNvSpPr/>
          <p:nvPr/>
        </p:nvSpPr>
        <p:spPr>
          <a:xfrm>
            <a:off x="6233824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F87A791-63B8-4163-9397-6F76F955D5B6}"/>
              </a:ext>
            </a:extLst>
          </p:cNvPr>
          <p:cNvSpPr/>
          <p:nvPr/>
        </p:nvSpPr>
        <p:spPr>
          <a:xfrm>
            <a:off x="6687045" y="5332676"/>
            <a:ext cx="270347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3BD02C2-CF48-4AD9-9947-39DA47F35532}"/>
              </a:ext>
            </a:extLst>
          </p:cNvPr>
          <p:cNvSpPr/>
          <p:nvPr/>
        </p:nvSpPr>
        <p:spPr>
          <a:xfrm>
            <a:off x="7084612" y="5332676"/>
            <a:ext cx="270346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908217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126DB0C4-0E53-4325-937A-5C94955BC526}"/>
              </a:ext>
            </a:extLst>
          </p:cNvPr>
          <p:cNvSpPr/>
          <p:nvPr/>
        </p:nvSpPr>
        <p:spPr>
          <a:xfrm>
            <a:off x="1801857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3" name="Freihandform: Form 42">
            <a:extLst>
              <a:ext uri="{FF2B5EF4-FFF2-40B4-BE49-F238E27FC236}">
                <a16:creationId xmlns:a16="http://schemas.microsoft.com/office/drawing/2014/main" id="{B94ECE3A-3EA8-48B1-AF73-2882FE2A0A85}"/>
              </a:ext>
            </a:extLst>
          </p:cNvPr>
          <p:cNvSpPr/>
          <p:nvPr/>
        </p:nvSpPr>
        <p:spPr>
          <a:xfrm>
            <a:off x="2595664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6584435D-23FA-47CA-97E9-9D0743A05933}"/>
              </a:ext>
            </a:extLst>
          </p:cNvPr>
          <p:cNvSpPr/>
          <p:nvPr/>
        </p:nvSpPr>
        <p:spPr>
          <a:xfrm>
            <a:off x="3470967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7110B907-8C70-47D7-9D91-8EC2205B209A}"/>
              </a:ext>
            </a:extLst>
          </p:cNvPr>
          <p:cNvSpPr/>
          <p:nvPr/>
        </p:nvSpPr>
        <p:spPr>
          <a:xfrm>
            <a:off x="4255721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6" name="Freihandform: Form 45">
            <a:extLst>
              <a:ext uri="{FF2B5EF4-FFF2-40B4-BE49-F238E27FC236}">
                <a16:creationId xmlns:a16="http://schemas.microsoft.com/office/drawing/2014/main" id="{739E0031-5F08-4C9E-8CDF-6EA9D8B29807}"/>
              </a:ext>
            </a:extLst>
          </p:cNvPr>
          <p:cNvSpPr/>
          <p:nvPr/>
        </p:nvSpPr>
        <p:spPr>
          <a:xfrm>
            <a:off x="5133452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7" name="Freihandform: Form 46">
            <a:extLst>
              <a:ext uri="{FF2B5EF4-FFF2-40B4-BE49-F238E27FC236}">
                <a16:creationId xmlns:a16="http://schemas.microsoft.com/office/drawing/2014/main" id="{838326EE-A7FF-461C-9529-62BA38B9C48F}"/>
              </a:ext>
            </a:extLst>
          </p:cNvPr>
          <p:cNvSpPr/>
          <p:nvPr/>
        </p:nvSpPr>
        <p:spPr>
          <a:xfrm>
            <a:off x="5937420" y="5809754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884B5ED7-00EE-45E7-BEA3-B84E4D695F63}"/>
              </a:ext>
            </a:extLst>
          </p:cNvPr>
          <p:cNvSpPr/>
          <p:nvPr/>
        </p:nvSpPr>
        <p:spPr>
          <a:xfrm>
            <a:off x="6807199" y="5809165"/>
            <a:ext cx="475310" cy="22528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C2C37C12-CC23-4E36-BB46-6056A977F660}"/>
              </a:ext>
            </a:extLst>
          </p:cNvPr>
          <p:cNvSpPr/>
          <p:nvPr/>
        </p:nvSpPr>
        <p:spPr>
          <a:xfrm>
            <a:off x="7664383" y="4560074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D26C1E49-1314-4DD4-A1C5-9FADB8F19676}"/>
              </a:ext>
            </a:extLst>
          </p:cNvPr>
          <p:cNvSpPr/>
          <p:nvPr/>
        </p:nvSpPr>
        <p:spPr>
          <a:xfrm>
            <a:off x="7579537" y="5332676"/>
            <a:ext cx="9909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endParaRPr lang="de-AT" sz="1800" dirty="0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768768" y="6065393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B201F2E0-0054-4F7C-9D21-0B6107913692}"/>
              </a:ext>
            </a:extLst>
          </p:cNvPr>
          <p:cNvSpPr/>
          <p:nvPr/>
        </p:nvSpPr>
        <p:spPr>
          <a:xfrm>
            <a:off x="1634622" y="6065393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B7001DC-985D-4A73-A799-0EFC7A484214}"/>
              </a:ext>
            </a:extLst>
          </p:cNvPr>
          <p:cNvSpPr/>
          <p:nvPr/>
        </p:nvSpPr>
        <p:spPr>
          <a:xfrm>
            <a:off x="2504451" y="608162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F7290682-CC9F-4D8C-BA18-985EF60D8394}"/>
              </a:ext>
            </a:extLst>
          </p:cNvPr>
          <p:cNvSpPr/>
          <p:nvPr/>
        </p:nvSpPr>
        <p:spPr>
          <a:xfrm>
            <a:off x="3306274" y="608162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D11DD54-0627-4C9B-BB87-6EB7B0A9B80B}"/>
              </a:ext>
            </a:extLst>
          </p:cNvPr>
          <p:cNvSpPr/>
          <p:nvPr/>
        </p:nvSpPr>
        <p:spPr>
          <a:xfrm>
            <a:off x="4140121" y="60895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3E688A7-182A-443A-98DE-3A04DB015C3D}"/>
              </a:ext>
            </a:extLst>
          </p:cNvPr>
          <p:cNvSpPr/>
          <p:nvPr/>
        </p:nvSpPr>
        <p:spPr>
          <a:xfrm>
            <a:off x="5010578" y="60895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7C0F70D-7FC6-46C1-BF29-90AF25663F23}"/>
              </a:ext>
            </a:extLst>
          </p:cNvPr>
          <p:cNvSpPr/>
          <p:nvPr/>
        </p:nvSpPr>
        <p:spPr>
          <a:xfrm>
            <a:off x="5820352" y="60895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CFE26000-8BDA-4E5C-B08D-FE8A7D6B6901}"/>
              </a:ext>
            </a:extLst>
          </p:cNvPr>
          <p:cNvSpPr/>
          <p:nvPr/>
        </p:nvSpPr>
        <p:spPr>
          <a:xfrm>
            <a:off x="6595606" y="608162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D0FB97A9-4B2F-435C-A39E-B3F334C4D8C9}"/>
              </a:ext>
            </a:extLst>
          </p:cNvPr>
          <p:cNvSpPr/>
          <p:nvPr/>
        </p:nvSpPr>
        <p:spPr>
          <a:xfrm>
            <a:off x="7664383" y="5332676"/>
            <a:ext cx="7745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</a:t>
            </a:r>
            <a:endParaRPr lang="de-AT" sz="1800" dirty="0"/>
          </a:p>
        </p:txBody>
      </p:sp>
    </p:spTree>
    <p:extLst>
      <p:ext uri="{BB962C8B-B14F-4D97-AF65-F5344CB8AC3E}">
        <p14:creationId xmlns:p14="http://schemas.microsoft.com/office/powerpoint/2010/main" val="57924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59" grpId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1FC5683-B503-4E38-A714-D958D82A3830}"/>
              </a:ext>
            </a:extLst>
          </p:cNvPr>
          <p:cNvSpPr/>
          <p:nvPr/>
        </p:nvSpPr>
        <p:spPr>
          <a:xfrm>
            <a:off x="83488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257DA9D-FEAF-4E60-A46D-82105C2B8928}"/>
              </a:ext>
            </a:extLst>
          </p:cNvPr>
          <p:cNvSpPr/>
          <p:nvPr/>
        </p:nvSpPr>
        <p:spPr>
          <a:xfrm>
            <a:off x="2504661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D271B8A-C895-43C2-9EE3-9F77041DC7AB}"/>
              </a:ext>
            </a:extLst>
          </p:cNvPr>
          <p:cNvSpPr/>
          <p:nvPr/>
        </p:nvSpPr>
        <p:spPr>
          <a:xfrm>
            <a:off x="4166483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9F84C66-186F-4035-8BDA-FB6045D43AA9}"/>
              </a:ext>
            </a:extLst>
          </p:cNvPr>
          <p:cNvSpPr/>
          <p:nvPr/>
        </p:nvSpPr>
        <p:spPr>
          <a:xfrm>
            <a:off x="583625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890B66-293F-4A74-9788-3BC298FB91BC}"/>
              </a:ext>
            </a:extLst>
          </p:cNvPr>
          <p:cNvSpPr/>
          <p:nvPr/>
        </p:nvSpPr>
        <p:spPr>
          <a:xfrm>
            <a:off x="834886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5C5229C-669B-4387-A5E0-362520219CEF}"/>
              </a:ext>
            </a:extLst>
          </p:cNvPr>
          <p:cNvSpPr/>
          <p:nvPr/>
        </p:nvSpPr>
        <p:spPr>
          <a:xfrm>
            <a:off x="170157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2E9E043-08C1-4C7A-BF86-5471AD8FCAE6}"/>
              </a:ext>
            </a:extLst>
          </p:cNvPr>
          <p:cNvSpPr/>
          <p:nvPr/>
        </p:nvSpPr>
        <p:spPr>
          <a:xfrm>
            <a:off x="2504659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6255160-FDE6-4C62-8AFC-E26D4B3B28B3}"/>
              </a:ext>
            </a:extLst>
          </p:cNvPr>
          <p:cNvSpPr/>
          <p:nvPr/>
        </p:nvSpPr>
        <p:spPr>
          <a:xfrm>
            <a:off x="3371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C69FCC9-FA2C-403E-AE89-EA31BA4E8A3C}"/>
              </a:ext>
            </a:extLst>
          </p:cNvPr>
          <p:cNvSpPr/>
          <p:nvPr/>
        </p:nvSpPr>
        <p:spPr>
          <a:xfrm>
            <a:off x="416648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D6314FB-C131-42D1-9F31-E050B2EB8158}"/>
              </a:ext>
            </a:extLst>
          </p:cNvPr>
          <p:cNvSpPr/>
          <p:nvPr/>
        </p:nvSpPr>
        <p:spPr>
          <a:xfrm>
            <a:off x="5033178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DC38D6-D68C-4661-8CCA-B68AD5E271CE}"/>
              </a:ext>
            </a:extLst>
          </p:cNvPr>
          <p:cNvSpPr/>
          <p:nvPr/>
        </p:nvSpPr>
        <p:spPr>
          <a:xfrm>
            <a:off x="5820352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4BB3472-2B66-4320-A524-FB6DA1B4F3A1}"/>
              </a:ext>
            </a:extLst>
          </p:cNvPr>
          <p:cNvSpPr/>
          <p:nvPr/>
        </p:nvSpPr>
        <p:spPr>
          <a:xfrm>
            <a:off x="6687045" y="4560074"/>
            <a:ext cx="667911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1168840" y="505232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1193324" y="54703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B7001DC-985D-4A73-A799-0EFC7A484214}"/>
              </a:ext>
            </a:extLst>
          </p:cNvPr>
          <p:cNvSpPr/>
          <p:nvPr/>
        </p:nvSpPr>
        <p:spPr>
          <a:xfrm>
            <a:off x="2863098" y="54703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D11DD54-0627-4C9B-BB87-6EB7B0A9B80B}"/>
              </a:ext>
            </a:extLst>
          </p:cNvPr>
          <p:cNvSpPr/>
          <p:nvPr/>
        </p:nvSpPr>
        <p:spPr>
          <a:xfrm>
            <a:off x="4545688" y="547547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7C0F70D-7FC6-46C1-BF29-90AF25663F23}"/>
              </a:ext>
            </a:extLst>
          </p:cNvPr>
          <p:cNvSpPr/>
          <p:nvPr/>
        </p:nvSpPr>
        <p:spPr>
          <a:xfrm>
            <a:off x="6186015" y="5470381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EACC537F-C290-4A9C-B62E-7522671C9048}"/>
              </a:ext>
            </a:extLst>
          </p:cNvPr>
          <p:cNvSpPr/>
          <p:nvPr/>
        </p:nvSpPr>
        <p:spPr>
          <a:xfrm>
            <a:off x="2853049" y="504529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07C28BA0-2909-489C-8F1D-00559D2B4CB2}"/>
              </a:ext>
            </a:extLst>
          </p:cNvPr>
          <p:cNvSpPr/>
          <p:nvPr/>
        </p:nvSpPr>
        <p:spPr>
          <a:xfrm>
            <a:off x="4493376" y="505232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B0E1D4FF-E780-4169-9B08-51DB58FF77AF}"/>
              </a:ext>
            </a:extLst>
          </p:cNvPr>
          <p:cNvSpPr/>
          <p:nvPr/>
        </p:nvSpPr>
        <p:spPr>
          <a:xfrm>
            <a:off x="6133703" y="5052327"/>
            <a:ext cx="906449" cy="36933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7150484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1FC5683-B503-4E38-A714-D958D82A3830}"/>
              </a:ext>
            </a:extLst>
          </p:cNvPr>
          <p:cNvSpPr/>
          <p:nvPr/>
        </p:nvSpPr>
        <p:spPr>
          <a:xfrm>
            <a:off x="83488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257DA9D-FEAF-4E60-A46D-82105C2B8928}"/>
              </a:ext>
            </a:extLst>
          </p:cNvPr>
          <p:cNvSpPr/>
          <p:nvPr/>
        </p:nvSpPr>
        <p:spPr>
          <a:xfrm>
            <a:off x="2504661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D271B8A-C895-43C2-9EE3-9F77041DC7AB}"/>
              </a:ext>
            </a:extLst>
          </p:cNvPr>
          <p:cNvSpPr/>
          <p:nvPr/>
        </p:nvSpPr>
        <p:spPr>
          <a:xfrm>
            <a:off x="4166483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9F84C66-186F-4035-8BDA-FB6045D43AA9}"/>
              </a:ext>
            </a:extLst>
          </p:cNvPr>
          <p:cNvSpPr/>
          <p:nvPr/>
        </p:nvSpPr>
        <p:spPr>
          <a:xfrm>
            <a:off x="5836257" y="3787472"/>
            <a:ext cx="151869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1598212" y="4285592"/>
            <a:ext cx="1836751" cy="412187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2028211" y="4734607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7C0F70D-7FC6-46C1-BF29-90AF25663F23}"/>
              </a:ext>
            </a:extLst>
          </p:cNvPr>
          <p:cNvSpPr/>
          <p:nvPr/>
        </p:nvSpPr>
        <p:spPr>
          <a:xfrm>
            <a:off x="5359807" y="4734607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A943F621-F54C-4A09-82DE-2466CBBDD90A}"/>
              </a:ext>
            </a:extLst>
          </p:cNvPr>
          <p:cNvSpPr/>
          <p:nvPr/>
        </p:nvSpPr>
        <p:spPr>
          <a:xfrm>
            <a:off x="4909929" y="4279725"/>
            <a:ext cx="1836751" cy="412187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8784947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3A702F-2A0C-4585-9249-F70E1208DCB4}"/>
              </a:ext>
            </a:extLst>
          </p:cNvPr>
          <p:cNvSpPr/>
          <p:nvPr/>
        </p:nvSpPr>
        <p:spPr>
          <a:xfrm>
            <a:off x="834887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9F49C3C-DE33-480D-88F6-8A584920F54C}"/>
              </a:ext>
            </a:extLst>
          </p:cNvPr>
          <p:cNvSpPr/>
          <p:nvPr/>
        </p:nvSpPr>
        <p:spPr>
          <a:xfrm>
            <a:off x="4166483" y="3014870"/>
            <a:ext cx="3188473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67AA032-3AF2-4CBD-BBAF-1CC8EF794CBF}"/>
              </a:ext>
            </a:extLst>
          </p:cNvPr>
          <p:cNvSpPr/>
          <p:nvPr/>
        </p:nvSpPr>
        <p:spPr>
          <a:xfrm>
            <a:off x="2429122" y="3494997"/>
            <a:ext cx="3407135" cy="643658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15CFBEA-5B9C-46B5-8183-67DD3D566B39}"/>
              </a:ext>
            </a:extLst>
          </p:cNvPr>
          <p:cNvSpPr/>
          <p:nvPr/>
        </p:nvSpPr>
        <p:spPr>
          <a:xfrm>
            <a:off x="3765571" y="4267599"/>
            <a:ext cx="8018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</a:t>
            </a:r>
            <a:endParaRPr lang="de-AT" sz="1800" dirty="0"/>
          </a:p>
        </p:txBody>
      </p:sp>
    </p:spTree>
    <p:extLst>
      <p:ext uri="{BB962C8B-B14F-4D97-AF65-F5344CB8AC3E}">
        <p14:creationId xmlns:p14="http://schemas.microsoft.com/office/powerpoint/2010/main" val="264681189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6"/>
            <a:ext cx="7981754" cy="477078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Divide-and-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conquer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1228287-3A0E-4AA4-9C5C-5724ABCBF176}"/>
              </a:ext>
            </a:extLst>
          </p:cNvPr>
          <p:cNvSpPr/>
          <p:nvPr/>
        </p:nvSpPr>
        <p:spPr>
          <a:xfrm>
            <a:off x="834887" y="2242268"/>
            <a:ext cx="6520069" cy="4770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AT" sz="1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endParaRPr lang="de-AT" sz="1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8027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967863"/>
              </p:ext>
            </p:extLst>
          </p:nvPr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535207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140981"/>
              </p:ext>
            </p:extLst>
          </p:nvPr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694781"/>
              </p:ext>
            </p:extLst>
          </p:nvPr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75492"/>
              </p:ext>
            </p:extLst>
          </p:nvPr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4" name="Tabelle 13">
            <a:extLst>
              <a:ext uri="{FF2B5EF4-FFF2-40B4-BE49-F238E27FC236}">
                <a16:creationId xmlns:a16="http://schemas.microsoft.com/office/drawing/2014/main" id="{D332C1DB-5563-4748-A8F2-952E53A76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198703"/>
              </p:ext>
            </p:extLst>
          </p:nvPr>
        </p:nvGraphicFramePr>
        <p:xfrm>
          <a:off x="1964124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3D5B8920-2BE5-44C0-B1AE-AC36FB5888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810000"/>
              </p:ext>
            </p:extLst>
          </p:nvPr>
        </p:nvGraphicFramePr>
        <p:xfrm>
          <a:off x="3402427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89812"/>
              </p:ext>
            </p:extLst>
          </p:nvPr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20056"/>
              </p:ext>
            </p:extLst>
          </p:nvPr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F3CD9E1-4F5A-4237-84C6-E14ED3CD8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300684"/>
              </p:ext>
            </p:extLst>
          </p:nvPr>
        </p:nvGraphicFramePr>
        <p:xfrm>
          <a:off x="6219535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9" name="Tabelle 18">
            <a:extLst>
              <a:ext uri="{FF2B5EF4-FFF2-40B4-BE49-F238E27FC236}">
                <a16:creationId xmlns:a16="http://schemas.microsoft.com/office/drawing/2014/main" id="{F83DEA6B-EED3-4BE6-819A-322E9A820E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662871"/>
              </p:ext>
            </p:extLst>
          </p:nvPr>
        </p:nvGraphicFramePr>
        <p:xfrm>
          <a:off x="7743537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873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525690"/>
              </p:ext>
            </p:extLst>
          </p:nvPr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435672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0224840"/>
              </p:ext>
            </p:extLst>
          </p:nvPr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/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565030"/>
              </p:ext>
            </p:extLst>
          </p:nvPr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4" name="Tabelle 13">
            <a:extLst>
              <a:ext uri="{FF2B5EF4-FFF2-40B4-BE49-F238E27FC236}">
                <a16:creationId xmlns:a16="http://schemas.microsoft.com/office/drawing/2014/main" id="{D332C1DB-5563-4748-A8F2-952E53A76270}"/>
              </a:ext>
            </a:extLst>
          </p:cNvPr>
          <p:cNvGraphicFramePr>
            <a:graphicFrameLocks noGrp="1"/>
          </p:cNvGraphicFramePr>
          <p:nvPr/>
        </p:nvGraphicFramePr>
        <p:xfrm>
          <a:off x="1964124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3D5B8920-2BE5-44C0-B1AE-AC36FB588852}"/>
              </a:ext>
            </a:extLst>
          </p:cNvPr>
          <p:cNvGraphicFramePr>
            <a:graphicFrameLocks noGrp="1"/>
          </p:cNvGraphicFramePr>
          <p:nvPr/>
        </p:nvGraphicFramePr>
        <p:xfrm>
          <a:off x="3402427" y="3784743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05207"/>
              </p:ext>
            </p:extLst>
          </p:nvPr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980049"/>
              </p:ext>
            </p:extLst>
          </p:nvPr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F3CD9E1-4F5A-4237-84C6-E14ED3CD8D42}"/>
              </a:ext>
            </a:extLst>
          </p:cNvPr>
          <p:cNvGraphicFramePr>
            <a:graphicFrameLocks noGrp="1"/>
          </p:cNvGraphicFramePr>
          <p:nvPr/>
        </p:nvGraphicFramePr>
        <p:xfrm>
          <a:off x="6219535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9" name="Tabelle 18">
            <a:extLst>
              <a:ext uri="{FF2B5EF4-FFF2-40B4-BE49-F238E27FC236}">
                <a16:creationId xmlns:a16="http://schemas.microsoft.com/office/drawing/2014/main" id="{F83DEA6B-EED3-4BE6-819A-322E9A820E81}"/>
              </a:ext>
            </a:extLst>
          </p:cNvPr>
          <p:cNvGraphicFramePr>
            <a:graphicFrameLocks noGrp="1"/>
          </p:cNvGraphicFramePr>
          <p:nvPr/>
        </p:nvGraphicFramePr>
        <p:xfrm>
          <a:off x="7743537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437A4E49-9ADE-4F8D-8FC8-DFB01E920E01}"/>
              </a:ext>
            </a:extLst>
          </p:cNvPr>
          <p:cNvSpPr/>
          <p:nvPr/>
        </p:nvSpPr>
        <p:spPr>
          <a:xfrm>
            <a:off x="2584328" y="4131730"/>
            <a:ext cx="1351567" cy="37084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3566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/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/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/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920949"/>
              </p:ext>
            </p:extLst>
          </p:nvPr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/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/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8" name="Tabelle 17">
            <a:extLst>
              <a:ext uri="{FF2B5EF4-FFF2-40B4-BE49-F238E27FC236}">
                <a16:creationId xmlns:a16="http://schemas.microsoft.com/office/drawing/2014/main" id="{7F3CD9E1-4F5A-4237-84C6-E14ED3CD8D42}"/>
              </a:ext>
            </a:extLst>
          </p:cNvPr>
          <p:cNvGraphicFramePr>
            <a:graphicFrameLocks noGrp="1"/>
          </p:cNvGraphicFramePr>
          <p:nvPr/>
        </p:nvGraphicFramePr>
        <p:xfrm>
          <a:off x="6219535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9" name="Tabelle 18">
            <a:extLst>
              <a:ext uri="{FF2B5EF4-FFF2-40B4-BE49-F238E27FC236}">
                <a16:creationId xmlns:a16="http://schemas.microsoft.com/office/drawing/2014/main" id="{F83DEA6B-EED3-4BE6-819A-322E9A820E81}"/>
              </a:ext>
            </a:extLst>
          </p:cNvPr>
          <p:cNvGraphicFramePr>
            <a:graphicFrameLocks noGrp="1"/>
          </p:cNvGraphicFramePr>
          <p:nvPr/>
        </p:nvGraphicFramePr>
        <p:xfrm>
          <a:off x="7743537" y="3696275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8AE99149-154D-428A-9F8A-A4A5D47AE3C5}"/>
              </a:ext>
            </a:extLst>
          </p:cNvPr>
          <p:cNvSpPr/>
          <p:nvPr/>
        </p:nvSpPr>
        <p:spPr>
          <a:xfrm>
            <a:off x="6851531" y="4062887"/>
            <a:ext cx="1351567" cy="37084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28052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/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/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2" name="Tabelle 11">
            <a:extLst>
              <a:ext uri="{FF2B5EF4-FFF2-40B4-BE49-F238E27FC236}">
                <a16:creationId xmlns:a16="http://schemas.microsoft.com/office/drawing/2014/main" id="{A088DD44-7F30-462B-B882-ADE98D298693}"/>
              </a:ext>
            </a:extLst>
          </p:cNvPr>
          <p:cNvGraphicFramePr>
            <a:graphicFrameLocks noGrp="1"/>
          </p:cNvGraphicFramePr>
          <p:nvPr/>
        </p:nvGraphicFramePr>
        <p:xfrm>
          <a:off x="716502" y="3103624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60627CB3-7D66-4822-A753-9682A658868B}"/>
              </a:ext>
            </a:extLst>
          </p:cNvPr>
          <p:cNvGraphicFramePr>
            <a:graphicFrameLocks noGrp="1"/>
          </p:cNvGraphicFramePr>
          <p:nvPr/>
        </p:nvGraphicFramePr>
        <p:xfrm>
          <a:off x="2169974" y="3103624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/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338282"/>
              </p:ext>
            </p:extLst>
          </p:nvPr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C2833A3D-4971-40CC-A0FE-0E148A25CB95}"/>
              </a:ext>
            </a:extLst>
          </p:cNvPr>
          <p:cNvSpPr/>
          <p:nvPr/>
        </p:nvSpPr>
        <p:spPr>
          <a:xfrm>
            <a:off x="1120557" y="3458561"/>
            <a:ext cx="2187186" cy="532993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4295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083023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/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4C5EE6B0-AE9F-438A-874A-141034D093B7}"/>
              </a:ext>
            </a:extLst>
          </p:cNvPr>
          <p:cNvGraphicFramePr>
            <a:graphicFrameLocks noGrp="1"/>
          </p:cNvGraphicFramePr>
          <p:nvPr/>
        </p:nvGraphicFramePr>
        <p:xfrm>
          <a:off x="5060121" y="3061241"/>
          <a:ext cx="101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48565FDF-9E36-4CB6-A4B5-DD847474B0DF}"/>
              </a:ext>
            </a:extLst>
          </p:cNvPr>
          <p:cNvGraphicFramePr>
            <a:graphicFrameLocks noGrp="1"/>
          </p:cNvGraphicFramePr>
          <p:nvPr/>
        </p:nvGraphicFramePr>
        <p:xfrm>
          <a:off x="6410226" y="3061241"/>
          <a:ext cx="2032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39EDF985-4C3B-4E0C-A514-EF865DCD7E18}"/>
              </a:ext>
            </a:extLst>
          </p:cNvPr>
          <p:cNvSpPr/>
          <p:nvPr/>
        </p:nvSpPr>
        <p:spPr>
          <a:xfrm>
            <a:off x="5432664" y="3429000"/>
            <a:ext cx="2187186" cy="532993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6034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/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AT" sz="18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45AA83B-FE75-4DF4-B073-9D69CAE1E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362971"/>
              </p:ext>
            </p:extLst>
          </p:nvPr>
        </p:nvGraphicFramePr>
        <p:xfrm>
          <a:off x="948124" y="241438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33498643-FECB-41E1-9AEA-DCC757B793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904923"/>
              </p:ext>
            </p:extLst>
          </p:nvPr>
        </p:nvGraphicFramePr>
        <p:xfrm>
          <a:off x="5203537" y="2420046"/>
          <a:ext cx="3048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486F986F-51A1-47F1-8D22-3F42623F0C88}"/>
              </a:ext>
            </a:extLst>
          </p:cNvPr>
          <p:cNvSpPr/>
          <p:nvPr/>
        </p:nvSpPr>
        <p:spPr>
          <a:xfrm>
            <a:off x="2472123" y="2785226"/>
            <a:ext cx="4326241" cy="856471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solidFill>
            <a:srgbClr val="BFBFBF"/>
          </a:solidFill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4429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E54673C-6809-47DF-AAAF-EEB583892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076991"/>
              </p:ext>
            </p:extLst>
          </p:nvPr>
        </p:nvGraphicFramePr>
        <p:xfrm>
          <a:off x="1523850" y="1730973"/>
          <a:ext cx="60960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51631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Example of merging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DEB560-95B0-4855-93EA-0708EEF34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3774"/>
            <a:ext cx="8515412" cy="434343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7070BBB-D014-438C-9AEA-89D774B79142}"/>
              </a:ext>
            </a:extLst>
          </p:cNvPr>
          <p:cNvSpPr txBox="1"/>
          <p:nvPr/>
        </p:nvSpPr>
        <p:spPr>
          <a:xfrm>
            <a:off x="1474660" y="5850203"/>
            <a:ext cx="5965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Introduction to Computation and Programming using Python</a:t>
            </a:r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MIT Open </a:t>
            </a:r>
            <a:r>
              <a:rPr lang="de-AT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Courseware</a:t>
            </a: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530712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74524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first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num>
                      <m:den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/2</m:t>
                        </m:r>
                      </m:e>
                    </m:d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/2</m:t>
                        </m:r>
                      </m:e>
                    </m:d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At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second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num>
                      <m:den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sublist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+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  <m:r>
                      <m:rPr>
                        <m:nor/>
                      </m:rP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de-AT" sz="1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  <m:r>
                      <m:rPr>
                        <m:nor/>
                      </m:rP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de-AT" sz="1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/4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fact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How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levels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always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divide in half (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recollect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Total: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  <m:func>
                          <m:funcPr>
                            <m:ctrlP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53135"/>
                <a:ext cx="8229300" cy="297452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28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2476</Words>
  <Application>Microsoft Macintosh PowerPoint</Application>
  <PresentationFormat>On-screen Show (4:3)</PresentationFormat>
  <Paragraphs>1294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7" baseType="lpstr">
      <vt:lpstr>Wingdings</vt:lpstr>
      <vt:lpstr>Consolas</vt:lpstr>
      <vt:lpstr>Arial</vt:lpstr>
      <vt:lpstr>Calibri</vt:lpstr>
      <vt:lpstr>Cambria Math</vt:lpstr>
      <vt:lpstr>Blackadder ITC</vt:lpstr>
      <vt:lpstr>Office Theme</vt:lpstr>
      <vt:lpstr>1_Office Theme</vt:lpstr>
      <vt:lpstr>Fundamentals of Computer Science and Programming </vt:lpstr>
      <vt:lpstr>Outline</vt:lpstr>
      <vt:lpstr>Searching - recap</vt:lpstr>
      <vt:lpstr>Search algorithms</vt:lpstr>
      <vt:lpstr>Search algorithms</vt:lpstr>
      <vt:lpstr>Linear search</vt:lpstr>
      <vt:lpstr>Binary search</vt:lpstr>
      <vt:lpstr>Sorting - recap</vt:lpstr>
      <vt:lpstr>Sorting</vt:lpstr>
      <vt:lpstr>Insertion sort</vt:lpstr>
      <vt:lpstr>Insertion sort</vt:lpstr>
      <vt:lpstr>Bogosort</vt:lpstr>
      <vt:lpstr>Bogosort</vt:lpstr>
      <vt:lpstr>Bogosort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Bubble sort</vt:lpstr>
      <vt:lpstr>Exercise</vt:lpstr>
      <vt:lpstr>Student task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Exercise</vt:lpstr>
      <vt:lpstr>Student task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Merge sort</vt:lpstr>
      <vt:lpstr>Example of merging</vt:lpstr>
      <vt:lpstr>Merge sort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1210</cp:revision>
  <dcterms:modified xsi:type="dcterms:W3CDTF">2026-01-14T21:58:49Z</dcterms:modified>
</cp:coreProperties>
</file>